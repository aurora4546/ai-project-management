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Lst>
  <p:sldSz cy="5143500" cx="9144000"/>
  <p:notesSz cx="6858000" cy="9144000"/>
  <p:embeddedFontLst>
    <p:embeddedFont>
      <p:font typeface="Montserrat"/>
      <p:regular r:id="rId18"/>
      <p:bold r:id="rId19"/>
      <p:italic r:id="rId20"/>
      <p:boldItalic r:id="rId21"/>
    </p:embeddedFont>
    <p:embeddedFont>
      <p:font typeface="Lato"/>
      <p:regular r:id="rId22"/>
      <p:bold r:id="rId23"/>
      <p:italic r:id="rId24"/>
      <p:boldItalic r:id="rId25"/>
    </p:embeddedFont>
    <p:embeddedFont>
      <p:font typeface="Comfortaa Medium"/>
      <p:regular r:id="rId26"/>
      <p:bold r:id="rId27"/>
    </p:embeddedFont>
    <p:embeddedFont>
      <p:font typeface="Comfortaa"/>
      <p:regular r:id="rId28"/>
      <p:bold r:id="rId2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Montserrat-italic.fntdata"/><Relationship Id="rId22" Type="http://schemas.openxmlformats.org/officeDocument/2006/relationships/font" Target="fonts/Lato-regular.fntdata"/><Relationship Id="rId21" Type="http://schemas.openxmlformats.org/officeDocument/2006/relationships/font" Target="fonts/Montserrat-boldItalic.fntdata"/><Relationship Id="rId24" Type="http://schemas.openxmlformats.org/officeDocument/2006/relationships/font" Target="fonts/Lato-italic.fntdata"/><Relationship Id="rId23" Type="http://schemas.openxmlformats.org/officeDocument/2006/relationships/font" Target="fonts/Lato-bold.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ComfortaaMedium-regular.fntdata"/><Relationship Id="rId25" Type="http://schemas.openxmlformats.org/officeDocument/2006/relationships/font" Target="fonts/Lato-boldItalic.fntdata"/><Relationship Id="rId28" Type="http://schemas.openxmlformats.org/officeDocument/2006/relationships/font" Target="fonts/Comfortaa-regular.fntdata"/><Relationship Id="rId27" Type="http://schemas.openxmlformats.org/officeDocument/2006/relationships/font" Target="fonts/ComfortaaMedium-bold.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Comfortaa-bold.fntdata"/><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font" Target="fonts/Montserrat-bold.fntdata"/><Relationship Id="rId18" Type="http://schemas.openxmlformats.org/officeDocument/2006/relationships/font" Target="fonts/Montserrat-regular.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33" name="Google Shape;133;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g3d4a4594cf5_0_1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9" name="Google Shape;139;g3d4a4594cf5_0_1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3d4a4594cf5_0_1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6" name="Google Shape;146;g3d4a4594cf5_0_1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g3d4a4594cf5_0_1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2" name="Google Shape;152;g3d4a4594cf5_0_1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g3d4a4594cf5_0_1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9" name="Google Shape;159;g3d4a4594cf5_0_1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g3d4a4594cf5_0_1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5" name="Google Shape;165;g3d4a4594cf5_0_1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g3d4a4594cf5_0_1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2" name="Google Shape;172;g3d4a4594cf5_0_1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g3d4a4594cf5_0_1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9" name="Google Shape;179;g3d4a4594cf5_0_1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3d4a4594cf5_0_1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6" name="Google Shape;186;g3d4a4594cf5_0_1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g3d4a4594cf5_0_1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3" name="Google Shape;193;g3d4a4594cf5_0_1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g3d4a4594cf5_0_1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0" name="Google Shape;200;g3d4a4594cf5_0_1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g3d4cb83bb51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7" name="Google Shape;207;g3d4cb83bb51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p:nvPr/>
        </p:nvSpPr>
        <p:spPr>
          <a:xfrm rot="5400000">
            <a:off x="7500300" y="505"/>
            <a:ext cx="1643700" cy="1643700"/>
          </a:xfrm>
          <a:prstGeom prst="diagStripe">
            <a:avLst>
              <a:gd fmla="val 0"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 name="Google Shape;11;p2"/>
          <p:cNvGrpSpPr/>
          <p:nvPr/>
        </p:nvGrpSpPr>
        <p:grpSpPr>
          <a:xfrm>
            <a:off x="0" y="490"/>
            <a:ext cx="5153705" cy="5134399"/>
            <a:chOff x="0" y="75"/>
            <a:chExt cx="5153705" cy="5152950"/>
          </a:xfrm>
        </p:grpSpPr>
        <p:sp>
          <p:nvSpPr>
            <p:cNvPr id="12" name="Google Shape;12;p2"/>
            <p:cNvSpPr/>
            <p:nvPr/>
          </p:nvSpPr>
          <p:spPr>
            <a:xfrm rot="-5400000">
              <a:off x="455" y="-225"/>
              <a:ext cx="5152800" cy="5153700"/>
            </a:xfrm>
            <a:prstGeom prst="diagStripe">
              <a:avLst>
                <a:gd fmla="val 50000"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rot="-5400000">
              <a:off x="150" y="1145825"/>
              <a:ext cx="3996600" cy="3996900"/>
            </a:xfrm>
            <a:prstGeom prst="diagStripe">
              <a:avLst>
                <a:gd fmla="val 58774"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 name="Google Shape;14;p2"/>
            <p:cNvSpPr/>
            <p:nvPr/>
          </p:nvSpPr>
          <p:spPr>
            <a:xfrm rot="-5400000">
              <a:off x="1646" y="-75"/>
              <a:ext cx="2299800" cy="23001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 name="Google Shape;15;p2"/>
            <p:cNvSpPr/>
            <p:nvPr/>
          </p:nvSpPr>
          <p:spPr>
            <a:xfrm flipH="1">
              <a:off x="652821" y="590035"/>
              <a:ext cx="2300100" cy="2299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6" name="Google Shape;16;p2"/>
          <p:cNvSpPr txBox="1"/>
          <p:nvPr>
            <p:ph type="ctrTitle"/>
          </p:nvPr>
        </p:nvSpPr>
        <p:spPr>
          <a:xfrm>
            <a:off x="3537150" y="1578400"/>
            <a:ext cx="5017500" cy="1578900"/>
          </a:xfrm>
          <a:prstGeom prst="rect">
            <a:avLst/>
          </a:prstGeom>
        </p:spPr>
        <p:txBody>
          <a:bodyPr anchorCtr="0" anchor="t" bIns="91425" lIns="91425" spcFirstLastPara="1" rIns="91425" wrap="square" tIns="91425">
            <a:normAutofit/>
          </a:bodyPr>
          <a:lstStyle>
            <a:lvl1pPr lvl="0">
              <a:spcBef>
                <a:spcPts val="0"/>
              </a:spcBef>
              <a:spcAft>
                <a:spcPts val="0"/>
              </a:spcAft>
              <a:buSzPts val="4000"/>
              <a:buNone/>
              <a:defRPr sz="4000"/>
            </a:lvl1pPr>
            <a:lvl2pPr lvl="1">
              <a:spcBef>
                <a:spcPts val="0"/>
              </a:spcBef>
              <a:spcAft>
                <a:spcPts val="0"/>
              </a:spcAft>
              <a:buSzPts val="4000"/>
              <a:buNone/>
              <a:defRPr sz="4000"/>
            </a:lvl2pPr>
            <a:lvl3pPr lvl="2">
              <a:spcBef>
                <a:spcPts val="0"/>
              </a:spcBef>
              <a:spcAft>
                <a:spcPts val="0"/>
              </a:spcAft>
              <a:buSzPts val="4000"/>
              <a:buNone/>
              <a:defRPr sz="4000"/>
            </a:lvl3pPr>
            <a:lvl4pPr lvl="3">
              <a:spcBef>
                <a:spcPts val="0"/>
              </a:spcBef>
              <a:spcAft>
                <a:spcPts val="0"/>
              </a:spcAft>
              <a:buSzPts val="4000"/>
              <a:buNone/>
              <a:defRPr sz="4000"/>
            </a:lvl4pPr>
            <a:lvl5pPr lvl="4">
              <a:spcBef>
                <a:spcPts val="0"/>
              </a:spcBef>
              <a:spcAft>
                <a:spcPts val="0"/>
              </a:spcAft>
              <a:buSzPts val="4000"/>
              <a:buNone/>
              <a:defRPr sz="4000"/>
            </a:lvl5pPr>
            <a:lvl6pPr lvl="5">
              <a:spcBef>
                <a:spcPts val="0"/>
              </a:spcBef>
              <a:spcAft>
                <a:spcPts val="0"/>
              </a:spcAft>
              <a:buSzPts val="4000"/>
              <a:buNone/>
              <a:defRPr sz="4000"/>
            </a:lvl6pPr>
            <a:lvl7pPr lvl="6">
              <a:spcBef>
                <a:spcPts val="0"/>
              </a:spcBef>
              <a:spcAft>
                <a:spcPts val="0"/>
              </a:spcAft>
              <a:buSzPts val="4000"/>
              <a:buNone/>
              <a:defRPr sz="4000"/>
            </a:lvl7pPr>
            <a:lvl8pPr lvl="7">
              <a:spcBef>
                <a:spcPts val="0"/>
              </a:spcBef>
              <a:spcAft>
                <a:spcPts val="0"/>
              </a:spcAft>
              <a:buSzPts val="4000"/>
              <a:buNone/>
              <a:defRPr sz="4000"/>
            </a:lvl8pPr>
            <a:lvl9pPr lvl="8">
              <a:spcBef>
                <a:spcPts val="0"/>
              </a:spcBef>
              <a:spcAft>
                <a:spcPts val="0"/>
              </a:spcAft>
              <a:buSzPts val="4000"/>
              <a:buNone/>
              <a:defRPr sz="4000"/>
            </a:lvl9pPr>
          </a:lstStyle>
          <a:p/>
        </p:txBody>
      </p:sp>
      <p:sp>
        <p:nvSpPr>
          <p:cNvPr id="17" name="Google Shape;17;p2"/>
          <p:cNvSpPr txBox="1"/>
          <p:nvPr>
            <p:ph idx="1" type="subTitle"/>
          </p:nvPr>
        </p:nvSpPr>
        <p:spPr>
          <a:xfrm>
            <a:off x="5083950" y="3924925"/>
            <a:ext cx="3470700" cy="5061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300"/>
              <a:buNone/>
              <a:defRPr/>
            </a:lvl1pPr>
            <a:lvl2pPr lvl="1">
              <a:lnSpc>
                <a:spcPct val="100000"/>
              </a:lnSpc>
              <a:spcBef>
                <a:spcPts val="0"/>
              </a:spcBef>
              <a:spcAft>
                <a:spcPts val="0"/>
              </a:spcAft>
              <a:buSzPts val="1300"/>
              <a:buNone/>
              <a:defRPr sz="1300"/>
            </a:lvl2pPr>
            <a:lvl3pPr lvl="2">
              <a:lnSpc>
                <a:spcPct val="100000"/>
              </a:lnSpc>
              <a:spcBef>
                <a:spcPts val="0"/>
              </a:spcBef>
              <a:spcAft>
                <a:spcPts val="0"/>
              </a:spcAft>
              <a:buSzPts val="1300"/>
              <a:buNone/>
              <a:defRPr sz="1300"/>
            </a:lvl3pPr>
            <a:lvl4pPr lvl="3">
              <a:lnSpc>
                <a:spcPct val="100000"/>
              </a:lnSpc>
              <a:spcBef>
                <a:spcPts val="0"/>
              </a:spcBef>
              <a:spcAft>
                <a:spcPts val="0"/>
              </a:spcAft>
              <a:buSzPts val="1300"/>
              <a:buNone/>
              <a:defRPr sz="1300"/>
            </a:lvl4pPr>
            <a:lvl5pPr lvl="4">
              <a:lnSpc>
                <a:spcPct val="100000"/>
              </a:lnSpc>
              <a:spcBef>
                <a:spcPts val="0"/>
              </a:spcBef>
              <a:spcAft>
                <a:spcPts val="0"/>
              </a:spcAft>
              <a:buSzPts val="1300"/>
              <a:buNone/>
              <a:defRPr sz="1300"/>
            </a:lvl5pPr>
            <a:lvl6pPr lvl="5">
              <a:lnSpc>
                <a:spcPct val="100000"/>
              </a:lnSpc>
              <a:spcBef>
                <a:spcPts val="0"/>
              </a:spcBef>
              <a:spcAft>
                <a:spcPts val="0"/>
              </a:spcAft>
              <a:buSzPts val="1300"/>
              <a:buNone/>
              <a:defRPr sz="1300"/>
            </a:lvl6pPr>
            <a:lvl7pPr lvl="6">
              <a:lnSpc>
                <a:spcPct val="100000"/>
              </a:lnSpc>
              <a:spcBef>
                <a:spcPts val="0"/>
              </a:spcBef>
              <a:spcAft>
                <a:spcPts val="0"/>
              </a:spcAft>
              <a:buSzPts val="1300"/>
              <a:buNone/>
              <a:defRPr sz="1300"/>
            </a:lvl7pPr>
            <a:lvl8pPr lvl="7">
              <a:lnSpc>
                <a:spcPct val="100000"/>
              </a:lnSpc>
              <a:spcBef>
                <a:spcPts val="0"/>
              </a:spcBef>
              <a:spcAft>
                <a:spcPts val="0"/>
              </a:spcAft>
              <a:buSzPts val="1300"/>
              <a:buNone/>
              <a:defRPr sz="1300"/>
            </a:lvl8pPr>
            <a:lvl9pPr lvl="8">
              <a:lnSpc>
                <a:spcPct val="100000"/>
              </a:lnSpc>
              <a:spcBef>
                <a:spcPts val="0"/>
              </a:spcBef>
              <a:spcAft>
                <a:spcPts val="0"/>
              </a:spcAft>
              <a:buSzPts val="1300"/>
              <a:buNone/>
              <a:defRPr sz="1300"/>
            </a:lvl9pPr>
          </a:lstStyle>
          <a:p/>
        </p:txBody>
      </p:sp>
      <p:sp>
        <p:nvSpPr>
          <p:cNvPr id="18" name="Google Shape;18;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9" name="Shape 19"/>
        <p:cNvGrpSpPr/>
        <p:nvPr/>
      </p:nvGrpSpPr>
      <p:grpSpPr>
        <a:xfrm>
          <a:off x="0" y="0"/>
          <a:ext cx="0" cy="0"/>
          <a:chOff x="0" y="0"/>
          <a:chExt cx="0" cy="0"/>
        </a:xfrm>
      </p:grpSpPr>
      <p:grpSp>
        <p:nvGrpSpPr>
          <p:cNvPr id="20" name="Google Shape;20;p3"/>
          <p:cNvGrpSpPr/>
          <p:nvPr/>
        </p:nvGrpSpPr>
        <p:grpSpPr>
          <a:xfrm>
            <a:off x="4406400" y="0"/>
            <a:ext cx="4737600" cy="5143065"/>
            <a:chOff x="4406400" y="0"/>
            <a:chExt cx="4737600" cy="5143065"/>
          </a:xfrm>
        </p:grpSpPr>
        <p:sp>
          <p:nvSpPr>
            <p:cNvPr id="21" name="Google Shape;21;p3"/>
            <p:cNvSpPr/>
            <p:nvPr/>
          </p:nvSpPr>
          <p:spPr>
            <a:xfrm rot="5400000">
              <a:off x="4408200" y="-1800"/>
              <a:ext cx="47340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3"/>
            <p:cNvSpPr/>
            <p:nvPr/>
          </p:nvSpPr>
          <p:spPr>
            <a:xfrm rot="5400000">
              <a:off x="4841125" y="5700"/>
              <a:ext cx="42981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3"/>
            <p:cNvSpPr/>
            <p:nvPr/>
          </p:nvSpPr>
          <p:spPr>
            <a:xfrm rot="-5400000">
              <a:off x="5618399" y="123646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3"/>
            <p:cNvSpPr/>
            <p:nvPr/>
          </p:nvSpPr>
          <p:spPr>
            <a:xfrm flipH="1">
              <a:off x="5849857" y="14439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3"/>
            <p:cNvSpPr/>
            <p:nvPr/>
          </p:nvSpPr>
          <p:spPr>
            <a:xfrm rot="-5400000">
              <a:off x="5987081" y="24694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3"/>
            <p:cNvSpPr/>
            <p:nvPr/>
          </p:nvSpPr>
          <p:spPr>
            <a:xfrm flipH="1">
              <a:off x="6222115" y="267695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3"/>
            <p:cNvSpPr/>
            <p:nvPr/>
          </p:nvSpPr>
          <p:spPr>
            <a:xfrm rot="-5400000">
              <a:off x="6675341" y="186201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3"/>
            <p:cNvSpPr/>
            <p:nvPr/>
          </p:nvSpPr>
          <p:spPr>
            <a:xfrm flipH="1">
              <a:off x="6908099" y="2069505"/>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3"/>
            <p:cNvSpPr/>
            <p:nvPr/>
          </p:nvSpPr>
          <p:spPr>
            <a:xfrm rot="-5400000">
              <a:off x="6861141" y="247781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 name="Google Shape;30;p3"/>
            <p:cNvSpPr/>
            <p:nvPr/>
          </p:nvSpPr>
          <p:spPr>
            <a:xfrm flipH="1">
              <a:off x="7965266" y="269296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3"/>
            <p:cNvSpPr/>
            <p:nvPr/>
          </p:nvSpPr>
          <p:spPr>
            <a:xfrm flipH="1">
              <a:off x="8145082" y="330875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3"/>
            <p:cNvSpPr/>
            <p:nvPr/>
          </p:nvSpPr>
          <p:spPr>
            <a:xfrm rot="-5400000">
              <a:off x="7047599" y="309501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3"/>
            <p:cNvSpPr/>
            <p:nvPr/>
          </p:nvSpPr>
          <p:spPr>
            <a:xfrm flipH="1">
              <a:off x="7276649" y="330250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3"/>
            <p:cNvSpPr/>
            <p:nvPr/>
          </p:nvSpPr>
          <p:spPr>
            <a:xfrm rot="-5400000">
              <a:off x="7227414" y="3710807"/>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3"/>
            <p:cNvSpPr/>
            <p:nvPr/>
          </p:nvSpPr>
          <p:spPr>
            <a:xfrm flipH="1">
              <a:off x="7462448" y="391829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3"/>
            <p:cNvSpPr/>
            <p:nvPr/>
          </p:nvSpPr>
          <p:spPr>
            <a:xfrm rot="-5400000">
              <a:off x="8102491" y="371847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3"/>
            <p:cNvSpPr/>
            <p:nvPr/>
          </p:nvSpPr>
          <p:spPr>
            <a:xfrm flipH="1">
              <a:off x="8334533" y="392596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3"/>
            <p:cNvSpPr/>
            <p:nvPr/>
          </p:nvSpPr>
          <p:spPr>
            <a:xfrm rot="-5400000">
              <a:off x="8288290" y="43342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9" name="Google Shape;39;p3"/>
          <p:cNvSpPr txBox="1"/>
          <p:nvPr>
            <p:ph type="title"/>
          </p:nvPr>
        </p:nvSpPr>
        <p:spPr>
          <a:xfrm>
            <a:off x="823850" y="2053000"/>
            <a:ext cx="4587000" cy="1148700"/>
          </a:xfrm>
          <a:prstGeom prst="rect">
            <a:avLst/>
          </a:prstGeom>
        </p:spPr>
        <p:txBody>
          <a:bodyPr anchorCtr="0" anchor="ctr"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40" name="Google Shape;40;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41" name="Shape 41"/>
        <p:cNvGrpSpPr/>
        <p:nvPr/>
      </p:nvGrpSpPr>
      <p:grpSpPr>
        <a:xfrm>
          <a:off x="0" y="0"/>
          <a:ext cx="0" cy="0"/>
          <a:chOff x="0" y="0"/>
          <a:chExt cx="0" cy="0"/>
        </a:xfrm>
      </p:grpSpPr>
      <p:grpSp>
        <p:nvGrpSpPr>
          <p:cNvPr id="42" name="Google Shape;42;p4"/>
          <p:cNvGrpSpPr/>
          <p:nvPr/>
        </p:nvGrpSpPr>
        <p:grpSpPr>
          <a:xfrm>
            <a:off x="0" y="381001"/>
            <a:ext cx="1037850" cy="1016287"/>
            <a:chOff x="0" y="381001"/>
            <a:chExt cx="1037850" cy="1016287"/>
          </a:xfrm>
        </p:grpSpPr>
        <p:sp>
          <p:nvSpPr>
            <p:cNvPr id="43" name="Google Shape;43;p4"/>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4"/>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5" name="Google Shape;45;p4"/>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lvl1pPr lvl="0">
              <a:spcBef>
                <a:spcPts val="0"/>
              </a:spcBef>
              <a:spcAft>
                <a:spcPts val="0"/>
              </a:spcAft>
              <a:buSzPts val="2600"/>
              <a:buFont typeface="Comfortaa"/>
              <a:buNone/>
              <a:defRPr b="1" sz="2600">
                <a:latin typeface="Comfortaa"/>
                <a:ea typeface="Comfortaa"/>
                <a:cs typeface="Comfortaa"/>
                <a:sym typeface="Comfortaa"/>
              </a:defRPr>
            </a:lvl1pPr>
            <a:lvl2pPr lvl="1">
              <a:spcBef>
                <a:spcPts val="0"/>
              </a:spcBef>
              <a:spcAft>
                <a:spcPts val="0"/>
              </a:spcAft>
              <a:buSzPts val="2400"/>
              <a:buFont typeface="Comfortaa Medium"/>
              <a:buNone/>
              <a:defRPr sz="2400">
                <a:latin typeface="Comfortaa Medium"/>
                <a:ea typeface="Comfortaa Medium"/>
                <a:cs typeface="Comfortaa Medium"/>
                <a:sym typeface="Comfortaa Medium"/>
              </a:defRPr>
            </a:lvl2pPr>
            <a:lvl3pPr lvl="2">
              <a:spcBef>
                <a:spcPts val="0"/>
              </a:spcBef>
              <a:spcAft>
                <a:spcPts val="0"/>
              </a:spcAft>
              <a:buSzPts val="2400"/>
              <a:buFont typeface="Comfortaa Medium"/>
              <a:buNone/>
              <a:defRPr sz="2400">
                <a:latin typeface="Comfortaa Medium"/>
                <a:ea typeface="Comfortaa Medium"/>
                <a:cs typeface="Comfortaa Medium"/>
                <a:sym typeface="Comfortaa Medium"/>
              </a:defRPr>
            </a:lvl3pPr>
            <a:lvl4pPr lvl="3">
              <a:spcBef>
                <a:spcPts val="0"/>
              </a:spcBef>
              <a:spcAft>
                <a:spcPts val="0"/>
              </a:spcAft>
              <a:buSzPts val="2400"/>
              <a:buFont typeface="Comfortaa Medium"/>
              <a:buNone/>
              <a:defRPr sz="2400">
                <a:latin typeface="Comfortaa Medium"/>
                <a:ea typeface="Comfortaa Medium"/>
                <a:cs typeface="Comfortaa Medium"/>
                <a:sym typeface="Comfortaa Medium"/>
              </a:defRPr>
            </a:lvl4pPr>
            <a:lvl5pPr lvl="4">
              <a:spcBef>
                <a:spcPts val="0"/>
              </a:spcBef>
              <a:spcAft>
                <a:spcPts val="0"/>
              </a:spcAft>
              <a:buSzPts val="2400"/>
              <a:buFont typeface="Comfortaa Medium"/>
              <a:buNone/>
              <a:defRPr sz="2400">
                <a:latin typeface="Comfortaa Medium"/>
                <a:ea typeface="Comfortaa Medium"/>
                <a:cs typeface="Comfortaa Medium"/>
                <a:sym typeface="Comfortaa Medium"/>
              </a:defRPr>
            </a:lvl5pPr>
            <a:lvl6pPr lvl="5">
              <a:spcBef>
                <a:spcPts val="0"/>
              </a:spcBef>
              <a:spcAft>
                <a:spcPts val="0"/>
              </a:spcAft>
              <a:buSzPts val="2400"/>
              <a:buFont typeface="Comfortaa Medium"/>
              <a:buNone/>
              <a:defRPr sz="2400">
                <a:latin typeface="Comfortaa Medium"/>
                <a:ea typeface="Comfortaa Medium"/>
                <a:cs typeface="Comfortaa Medium"/>
                <a:sym typeface="Comfortaa Medium"/>
              </a:defRPr>
            </a:lvl6pPr>
            <a:lvl7pPr lvl="6">
              <a:spcBef>
                <a:spcPts val="0"/>
              </a:spcBef>
              <a:spcAft>
                <a:spcPts val="0"/>
              </a:spcAft>
              <a:buSzPts val="2400"/>
              <a:buFont typeface="Comfortaa Medium"/>
              <a:buNone/>
              <a:defRPr sz="2400">
                <a:latin typeface="Comfortaa Medium"/>
                <a:ea typeface="Comfortaa Medium"/>
                <a:cs typeface="Comfortaa Medium"/>
                <a:sym typeface="Comfortaa Medium"/>
              </a:defRPr>
            </a:lvl7pPr>
            <a:lvl8pPr lvl="7">
              <a:spcBef>
                <a:spcPts val="0"/>
              </a:spcBef>
              <a:spcAft>
                <a:spcPts val="0"/>
              </a:spcAft>
              <a:buSzPts val="2400"/>
              <a:buFont typeface="Comfortaa Medium"/>
              <a:buNone/>
              <a:defRPr sz="2400">
                <a:latin typeface="Comfortaa Medium"/>
                <a:ea typeface="Comfortaa Medium"/>
                <a:cs typeface="Comfortaa Medium"/>
                <a:sym typeface="Comfortaa Medium"/>
              </a:defRPr>
            </a:lvl8pPr>
            <a:lvl9pPr lvl="8">
              <a:spcBef>
                <a:spcPts val="0"/>
              </a:spcBef>
              <a:spcAft>
                <a:spcPts val="0"/>
              </a:spcAft>
              <a:buSzPts val="2400"/>
              <a:buFont typeface="Comfortaa Medium"/>
              <a:buNone/>
              <a:defRPr sz="2400">
                <a:latin typeface="Comfortaa Medium"/>
                <a:ea typeface="Comfortaa Medium"/>
                <a:cs typeface="Comfortaa Medium"/>
                <a:sym typeface="Comfortaa Medium"/>
              </a:defRPr>
            </a:lvl9pPr>
          </a:lstStyle>
          <a:p/>
        </p:txBody>
      </p:sp>
      <p:sp>
        <p:nvSpPr>
          <p:cNvPr id="46" name="Google Shape;46;p4"/>
          <p:cNvSpPr txBox="1"/>
          <p:nvPr>
            <p:ph idx="1" type="body"/>
          </p:nvPr>
        </p:nvSpPr>
        <p:spPr>
          <a:xfrm>
            <a:off x="129650" y="1564325"/>
            <a:ext cx="5384400" cy="3422400"/>
          </a:xfrm>
          <a:prstGeom prst="rect">
            <a:avLst/>
          </a:prstGeom>
        </p:spPr>
        <p:txBody>
          <a:bodyPr anchorCtr="0" anchor="t" bIns="91425" lIns="91425" spcFirstLastPara="1" rIns="91425" wrap="square" tIns="91425">
            <a:normAutofit/>
          </a:bodyPr>
          <a:lstStyle>
            <a:lvl1pPr indent="-311150" lvl="0" marL="457200">
              <a:lnSpc>
                <a:spcPct val="150000"/>
              </a:lnSpc>
              <a:spcBef>
                <a:spcPts val="0"/>
              </a:spcBef>
              <a:spcAft>
                <a:spcPts val="0"/>
              </a:spcAft>
              <a:buSzPts val="1300"/>
              <a:buFont typeface="Comfortaa Medium"/>
              <a:buChar char="●"/>
              <a:defRPr sz="1200">
                <a:latin typeface="Comfortaa Medium"/>
                <a:ea typeface="Comfortaa Medium"/>
                <a:cs typeface="Comfortaa Medium"/>
                <a:sym typeface="Comfortaa Medium"/>
              </a:defRPr>
            </a:lvl1pPr>
            <a:lvl2pPr indent="-298450" lvl="1" marL="914400">
              <a:lnSpc>
                <a:spcPct val="150000"/>
              </a:lnSpc>
              <a:spcBef>
                <a:spcPts val="0"/>
              </a:spcBef>
              <a:spcAft>
                <a:spcPts val="0"/>
              </a:spcAft>
              <a:buSzPts val="1100"/>
              <a:buFont typeface="Comfortaa Medium"/>
              <a:buChar char="○"/>
              <a:defRPr>
                <a:latin typeface="Comfortaa Medium"/>
                <a:ea typeface="Comfortaa Medium"/>
                <a:cs typeface="Comfortaa Medium"/>
                <a:sym typeface="Comfortaa Medium"/>
              </a:defRPr>
            </a:lvl2pPr>
            <a:lvl3pPr indent="-298450" lvl="2" marL="1371600">
              <a:lnSpc>
                <a:spcPct val="150000"/>
              </a:lnSpc>
              <a:spcBef>
                <a:spcPts val="0"/>
              </a:spcBef>
              <a:spcAft>
                <a:spcPts val="0"/>
              </a:spcAft>
              <a:buSzPts val="1100"/>
              <a:buFont typeface="Comfortaa Medium"/>
              <a:buChar char="■"/>
              <a:defRPr>
                <a:latin typeface="Comfortaa Medium"/>
                <a:ea typeface="Comfortaa Medium"/>
                <a:cs typeface="Comfortaa Medium"/>
                <a:sym typeface="Comfortaa Medium"/>
              </a:defRPr>
            </a:lvl3pPr>
            <a:lvl4pPr indent="-298450" lvl="3" marL="1828800">
              <a:lnSpc>
                <a:spcPct val="150000"/>
              </a:lnSpc>
              <a:spcBef>
                <a:spcPts val="0"/>
              </a:spcBef>
              <a:spcAft>
                <a:spcPts val="0"/>
              </a:spcAft>
              <a:buSzPts val="1100"/>
              <a:buFont typeface="Comfortaa Medium"/>
              <a:buChar char="●"/>
              <a:defRPr>
                <a:latin typeface="Comfortaa Medium"/>
                <a:ea typeface="Comfortaa Medium"/>
                <a:cs typeface="Comfortaa Medium"/>
                <a:sym typeface="Comfortaa Medium"/>
              </a:defRPr>
            </a:lvl4pPr>
            <a:lvl5pPr indent="-298450" lvl="4" marL="2286000">
              <a:lnSpc>
                <a:spcPct val="150000"/>
              </a:lnSpc>
              <a:spcBef>
                <a:spcPts val="0"/>
              </a:spcBef>
              <a:spcAft>
                <a:spcPts val="0"/>
              </a:spcAft>
              <a:buSzPts val="1100"/>
              <a:buFont typeface="Comfortaa Medium"/>
              <a:buChar char="○"/>
              <a:defRPr>
                <a:latin typeface="Comfortaa Medium"/>
                <a:ea typeface="Comfortaa Medium"/>
                <a:cs typeface="Comfortaa Medium"/>
                <a:sym typeface="Comfortaa Medium"/>
              </a:defRPr>
            </a:lvl5pPr>
            <a:lvl6pPr indent="-298450" lvl="5" marL="2743200">
              <a:spcBef>
                <a:spcPts val="0"/>
              </a:spcBef>
              <a:spcAft>
                <a:spcPts val="0"/>
              </a:spcAft>
              <a:buSzPts val="1100"/>
              <a:buFont typeface="Comfortaa Medium"/>
              <a:buChar char="■"/>
              <a:defRPr>
                <a:latin typeface="Comfortaa Medium"/>
                <a:ea typeface="Comfortaa Medium"/>
                <a:cs typeface="Comfortaa Medium"/>
                <a:sym typeface="Comfortaa Medium"/>
              </a:defRPr>
            </a:lvl6pPr>
            <a:lvl7pPr indent="-298450" lvl="6" marL="3200400">
              <a:spcBef>
                <a:spcPts val="0"/>
              </a:spcBef>
              <a:spcAft>
                <a:spcPts val="0"/>
              </a:spcAft>
              <a:buSzPts val="1100"/>
              <a:buFont typeface="Comfortaa Medium"/>
              <a:buChar char="●"/>
              <a:defRPr>
                <a:latin typeface="Comfortaa Medium"/>
                <a:ea typeface="Comfortaa Medium"/>
                <a:cs typeface="Comfortaa Medium"/>
                <a:sym typeface="Comfortaa Medium"/>
              </a:defRPr>
            </a:lvl7pPr>
            <a:lvl8pPr indent="-298450" lvl="7" marL="3657600">
              <a:spcBef>
                <a:spcPts val="0"/>
              </a:spcBef>
              <a:spcAft>
                <a:spcPts val="0"/>
              </a:spcAft>
              <a:buSzPts val="1100"/>
              <a:buFont typeface="Comfortaa Medium"/>
              <a:buChar char="○"/>
              <a:defRPr>
                <a:latin typeface="Comfortaa Medium"/>
                <a:ea typeface="Comfortaa Medium"/>
                <a:cs typeface="Comfortaa Medium"/>
                <a:sym typeface="Comfortaa Medium"/>
              </a:defRPr>
            </a:lvl8pPr>
            <a:lvl9pPr indent="-298450" lvl="8" marL="4114800">
              <a:spcBef>
                <a:spcPts val="0"/>
              </a:spcBef>
              <a:spcAft>
                <a:spcPts val="0"/>
              </a:spcAft>
              <a:buSzPts val="1100"/>
              <a:buFont typeface="Comfortaa Medium"/>
              <a:buChar char="■"/>
              <a:defRPr>
                <a:latin typeface="Comfortaa Medium"/>
                <a:ea typeface="Comfortaa Medium"/>
                <a:cs typeface="Comfortaa Medium"/>
                <a:sym typeface="Comfortaa Medium"/>
              </a:defRPr>
            </a:lvl9pPr>
          </a:lstStyle>
          <a:p/>
        </p:txBody>
      </p:sp>
      <p:sp>
        <p:nvSpPr>
          <p:cNvPr id="47" name="Google Shape;47;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cxnSp>
        <p:nvCxnSpPr>
          <p:cNvPr id="48" name="Google Shape;48;p4"/>
          <p:cNvCxnSpPr/>
          <p:nvPr/>
        </p:nvCxnSpPr>
        <p:spPr>
          <a:xfrm rot="10800000">
            <a:off x="1287725" y="1178225"/>
            <a:ext cx="7839000" cy="0"/>
          </a:xfrm>
          <a:prstGeom prst="straightConnector1">
            <a:avLst/>
          </a:prstGeom>
          <a:noFill/>
          <a:ln cap="flat" cmpd="sng" w="9525">
            <a:solidFill>
              <a:schemeClr val="dk2"/>
            </a:solidFill>
            <a:prstDash val="solid"/>
            <a:round/>
            <a:headEnd len="med" w="med" type="none"/>
            <a:tailEnd len="med" w="med" type="none"/>
          </a:ln>
        </p:spPr>
      </p:cxn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49" name="Shape 49"/>
        <p:cNvGrpSpPr/>
        <p:nvPr/>
      </p:nvGrpSpPr>
      <p:grpSpPr>
        <a:xfrm>
          <a:off x="0" y="0"/>
          <a:ext cx="0" cy="0"/>
          <a:chOff x="0" y="0"/>
          <a:chExt cx="0" cy="0"/>
        </a:xfrm>
      </p:grpSpPr>
      <p:grpSp>
        <p:nvGrpSpPr>
          <p:cNvPr id="50" name="Google Shape;50;p5"/>
          <p:cNvGrpSpPr/>
          <p:nvPr/>
        </p:nvGrpSpPr>
        <p:grpSpPr>
          <a:xfrm>
            <a:off x="0" y="381001"/>
            <a:ext cx="1037850" cy="1016287"/>
            <a:chOff x="0" y="381001"/>
            <a:chExt cx="1037850" cy="1016287"/>
          </a:xfrm>
        </p:grpSpPr>
        <p:sp>
          <p:nvSpPr>
            <p:cNvPr id="51" name="Google Shape;51;p5"/>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 name="Google Shape;52;p5"/>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3" name="Google Shape;53;p5"/>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54" name="Google Shape;54;p5"/>
          <p:cNvSpPr txBox="1"/>
          <p:nvPr>
            <p:ph idx="1" type="body"/>
          </p:nvPr>
        </p:nvSpPr>
        <p:spPr>
          <a:xfrm>
            <a:off x="1297500" y="1567550"/>
            <a:ext cx="3403200" cy="2911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5" name="Google Shape;55;p5"/>
          <p:cNvSpPr txBox="1"/>
          <p:nvPr>
            <p:ph idx="2" type="body"/>
          </p:nvPr>
        </p:nvSpPr>
        <p:spPr>
          <a:xfrm>
            <a:off x="4933221" y="1567550"/>
            <a:ext cx="3403200" cy="2911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6" name="Google Shape;56;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7" name="Shape 57"/>
        <p:cNvGrpSpPr/>
        <p:nvPr/>
      </p:nvGrpSpPr>
      <p:grpSpPr>
        <a:xfrm>
          <a:off x="0" y="0"/>
          <a:ext cx="0" cy="0"/>
          <a:chOff x="0" y="0"/>
          <a:chExt cx="0" cy="0"/>
        </a:xfrm>
      </p:grpSpPr>
      <p:grpSp>
        <p:nvGrpSpPr>
          <p:cNvPr id="58" name="Google Shape;58;p6"/>
          <p:cNvGrpSpPr/>
          <p:nvPr/>
        </p:nvGrpSpPr>
        <p:grpSpPr>
          <a:xfrm>
            <a:off x="0" y="381001"/>
            <a:ext cx="1037850" cy="1016287"/>
            <a:chOff x="0" y="381001"/>
            <a:chExt cx="1037850" cy="1016287"/>
          </a:xfrm>
        </p:grpSpPr>
        <p:sp>
          <p:nvSpPr>
            <p:cNvPr id="59" name="Google Shape;59;p6"/>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6"/>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1" name="Google Shape;61;p6"/>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62" name="Google Shape;62;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63" name="Shape 63"/>
        <p:cNvGrpSpPr/>
        <p:nvPr/>
      </p:nvGrpSpPr>
      <p:grpSpPr>
        <a:xfrm>
          <a:off x="0" y="0"/>
          <a:ext cx="0" cy="0"/>
          <a:chOff x="0" y="0"/>
          <a:chExt cx="0" cy="0"/>
        </a:xfrm>
      </p:grpSpPr>
      <p:grpSp>
        <p:nvGrpSpPr>
          <p:cNvPr id="64" name="Google Shape;64;p7"/>
          <p:cNvGrpSpPr/>
          <p:nvPr/>
        </p:nvGrpSpPr>
        <p:grpSpPr>
          <a:xfrm>
            <a:off x="0" y="381001"/>
            <a:ext cx="1037850" cy="1016287"/>
            <a:chOff x="0" y="381001"/>
            <a:chExt cx="1037850" cy="1016287"/>
          </a:xfrm>
        </p:grpSpPr>
        <p:sp>
          <p:nvSpPr>
            <p:cNvPr id="65" name="Google Shape;65;p7"/>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7"/>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7" name="Google Shape;67;p7"/>
          <p:cNvSpPr txBox="1"/>
          <p:nvPr>
            <p:ph type="title"/>
          </p:nvPr>
        </p:nvSpPr>
        <p:spPr>
          <a:xfrm>
            <a:off x="1297500" y="393750"/>
            <a:ext cx="3798900" cy="1493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68" name="Google Shape;68;p7"/>
          <p:cNvSpPr txBox="1"/>
          <p:nvPr>
            <p:ph idx="1" type="body"/>
          </p:nvPr>
        </p:nvSpPr>
        <p:spPr>
          <a:xfrm>
            <a:off x="1297500" y="1972550"/>
            <a:ext cx="3798900" cy="24159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9" name="Google Shape;69;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70" name="Shape 70"/>
        <p:cNvGrpSpPr/>
        <p:nvPr/>
      </p:nvGrpSpPr>
      <p:grpSpPr>
        <a:xfrm>
          <a:off x="0" y="0"/>
          <a:ext cx="0" cy="0"/>
          <a:chOff x="0" y="0"/>
          <a:chExt cx="0" cy="0"/>
        </a:xfrm>
      </p:grpSpPr>
      <p:grpSp>
        <p:nvGrpSpPr>
          <p:cNvPr id="71" name="Google Shape;71;p8"/>
          <p:cNvGrpSpPr/>
          <p:nvPr/>
        </p:nvGrpSpPr>
        <p:grpSpPr>
          <a:xfrm>
            <a:off x="4406400" y="0"/>
            <a:ext cx="4737600" cy="5143500"/>
            <a:chOff x="4406400" y="0"/>
            <a:chExt cx="4737600" cy="5143500"/>
          </a:xfrm>
        </p:grpSpPr>
        <p:sp>
          <p:nvSpPr>
            <p:cNvPr id="72" name="Google Shape;72;p8"/>
            <p:cNvSpPr/>
            <p:nvPr/>
          </p:nvSpPr>
          <p:spPr>
            <a:xfrm rot="5400000">
              <a:off x="4407900" y="-1500"/>
              <a:ext cx="47346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8"/>
            <p:cNvSpPr/>
            <p:nvPr/>
          </p:nvSpPr>
          <p:spPr>
            <a:xfrm rot="5400000">
              <a:off x="4840825" y="6000"/>
              <a:ext cx="42987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8"/>
            <p:cNvSpPr/>
            <p:nvPr/>
          </p:nvSpPr>
          <p:spPr>
            <a:xfrm rot="-5400000">
              <a:off x="5618399" y="123664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8"/>
            <p:cNvSpPr/>
            <p:nvPr/>
          </p:nvSpPr>
          <p:spPr>
            <a:xfrm flipH="1">
              <a:off x="5849857" y="144407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8"/>
            <p:cNvSpPr/>
            <p:nvPr/>
          </p:nvSpPr>
          <p:spPr>
            <a:xfrm rot="-5400000">
              <a:off x="5987081" y="246974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8"/>
            <p:cNvSpPr/>
            <p:nvPr/>
          </p:nvSpPr>
          <p:spPr>
            <a:xfrm flipH="1">
              <a:off x="6222115" y="2677179"/>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8"/>
            <p:cNvSpPr/>
            <p:nvPr/>
          </p:nvSpPr>
          <p:spPr>
            <a:xfrm rot="-5400000">
              <a:off x="6675341" y="186224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8"/>
            <p:cNvSpPr/>
            <p:nvPr/>
          </p:nvSpPr>
          <p:spPr>
            <a:xfrm flipH="1">
              <a:off x="6908099" y="2069680"/>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8"/>
            <p:cNvSpPr/>
            <p:nvPr/>
          </p:nvSpPr>
          <p:spPr>
            <a:xfrm rot="-5400000">
              <a:off x="6861141" y="247808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8"/>
            <p:cNvSpPr/>
            <p:nvPr/>
          </p:nvSpPr>
          <p:spPr>
            <a:xfrm flipH="1">
              <a:off x="7965266" y="269319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8"/>
            <p:cNvSpPr/>
            <p:nvPr/>
          </p:nvSpPr>
          <p:spPr>
            <a:xfrm flipH="1">
              <a:off x="8145082" y="330903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8"/>
            <p:cNvSpPr/>
            <p:nvPr/>
          </p:nvSpPr>
          <p:spPr>
            <a:xfrm rot="-5400000">
              <a:off x="7047599" y="309534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8"/>
            <p:cNvSpPr/>
            <p:nvPr/>
          </p:nvSpPr>
          <p:spPr>
            <a:xfrm flipH="1">
              <a:off x="7276649" y="330278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8"/>
            <p:cNvSpPr/>
            <p:nvPr/>
          </p:nvSpPr>
          <p:spPr>
            <a:xfrm rot="-5400000">
              <a:off x="7227414" y="3711189"/>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8"/>
            <p:cNvSpPr/>
            <p:nvPr/>
          </p:nvSpPr>
          <p:spPr>
            <a:xfrm flipH="1">
              <a:off x="7462448" y="391862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8"/>
            <p:cNvSpPr/>
            <p:nvPr/>
          </p:nvSpPr>
          <p:spPr>
            <a:xfrm rot="-5400000">
              <a:off x="8102491" y="37188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8"/>
            <p:cNvSpPr/>
            <p:nvPr/>
          </p:nvSpPr>
          <p:spPr>
            <a:xfrm flipH="1">
              <a:off x="8334533" y="392629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p8"/>
            <p:cNvSpPr/>
            <p:nvPr/>
          </p:nvSpPr>
          <p:spPr>
            <a:xfrm rot="-5400000">
              <a:off x="8288290" y="433470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0" name="Google Shape;90;p8"/>
          <p:cNvSpPr txBox="1"/>
          <p:nvPr>
            <p:ph type="title"/>
          </p:nvPr>
        </p:nvSpPr>
        <p:spPr>
          <a:xfrm>
            <a:off x="823850" y="866775"/>
            <a:ext cx="4587000" cy="3521100"/>
          </a:xfrm>
          <a:prstGeom prst="rect">
            <a:avLst/>
          </a:prstGeom>
        </p:spPr>
        <p:txBody>
          <a:bodyPr anchorCtr="0" anchor="ctr"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1" name="Google Shape;91;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92" name="Shape 92"/>
        <p:cNvGrpSpPr/>
        <p:nvPr/>
      </p:nvGrpSpPr>
      <p:grpSpPr>
        <a:xfrm>
          <a:off x="0" y="0"/>
          <a:ext cx="0" cy="0"/>
          <a:chOff x="0" y="0"/>
          <a:chExt cx="0" cy="0"/>
        </a:xfrm>
      </p:grpSpPr>
      <p:grpSp>
        <p:nvGrpSpPr>
          <p:cNvPr id="93" name="Google Shape;93;p9"/>
          <p:cNvGrpSpPr/>
          <p:nvPr/>
        </p:nvGrpSpPr>
        <p:grpSpPr>
          <a:xfrm>
            <a:off x="0" y="381001"/>
            <a:ext cx="1037850" cy="1016287"/>
            <a:chOff x="0" y="381001"/>
            <a:chExt cx="1037850" cy="1016287"/>
          </a:xfrm>
        </p:grpSpPr>
        <p:sp>
          <p:nvSpPr>
            <p:cNvPr id="94" name="Google Shape;94;p9"/>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p9"/>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6" name="Google Shape;96;p9"/>
          <p:cNvSpPr txBox="1"/>
          <p:nvPr>
            <p:ph type="title"/>
          </p:nvPr>
        </p:nvSpPr>
        <p:spPr>
          <a:xfrm>
            <a:off x="1297500" y="1658325"/>
            <a:ext cx="3036300" cy="17517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97" name="Google Shape;97;p9"/>
          <p:cNvSpPr txBox="1"/>
          <p:nvPr>
            <p:ph idx="1" type="subTitle"/>
          </p:nvPr>
        </p:nvSpPr>
        <p:spPr>
          <a:xfrm>
            <a:off x="1297500" y="3538000"/>
            <a:ext cx="3036300" cy="5061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300"/>
              <a:buNone/>
              <a:defRPr/>
            </a:lvl1pPr>
            <a:lvl2pPr lvl="1">
              <a:lnSpc>
                <a:spcPct val="100000"/>
              </a:lnSpc>
              <a:spcBef>
                <a:spcPts val="0"/>
              </a:spcBef>
              <a:spcAft>
                <a:spcPts val="0"/>
              </a:spcAft>
              <a:buSzPts val="1300"/>
              <a:buNone/>
              <a:defRPr sz="1300"/>
            </a:lvl2pPr>
            <a:lvl3pPr lvl="2">
              <a:lnSpc>
                <a:spcPct val="100000"/>
              </a:lnSpc>
              <a:spcBef>
                <a:spcPts val="0"/>
              </a:spcBef>
              <a:spcAft>
                <a:spcPts val="0"/>
              </a:spcAft>
              <a:buSzPts val="1300"/>
              <a:buNone/>
              <a:defRPr sz="1300"/>
            </a:lvl3pPr>
            <a:lvl4pPr lvl="3">
              <a:lnSpc>
                <a:spcPct val="100000"/>
              </a:lnSpc>
              <a:spcBef>
                <a:spcPts val="0"/>
              </a:spcBef>
              <a:spcAft>
                <a:spcPts val="0"/>
              </a:spcAft>
              <a:buSzPts val="1300"/>
              <a:buNone/>
              <a:defRPr sz="1300"/>
            </a:lvl4pPr>
            <a:lvl5pPr lvl="4">
              <a:lnSpc>
                <a:spcPct val="100000"/>
              </a:lnSpc>
              <a:spcBef>
                <a:spcPts val="0"/>
              </a:spcBef>
              <a:spcAft>
                <a:spcPts val="0"/>
              </a:spcAft>
              <a:buSzPts val="1300"/>
              <a:buNone/>
              <a:defRPr sz="1300"/>
            </a:lvl5pPr>
            <a:lvl6pPr lvl="5">
              <a:lnSpc>
                <a:spcPct val="100000"/>
              </a:lnSpc>
              <a:spcBef>
                <a:spcPts val="0"/>
              </a:spcBef>
              <a:spcAft>
                <a:spcPts val="0"/>
              </a:spcAft>
              <a:buSzPts val="1300"/>
              <a:buNone/>
              <a:defRPr sz="1300"/>
            </a:lvl6pPr>
            <a:lvl7pPr lvl="6">
              <a:lnSpc>
                <a:spcPct val="100000"/>
              </a:lnSpc>
              <a:spcBef>
                <a:spcPts val="0"/>
              </a:spcBef>
              <a:spcAft>
                <a:spcPts val="0"/>
              </a:spcAft>
              <a:buSzPts val="1300"/>
              <a:buNone/>
              <a:defRPr sz="1300"/>
            </a:lvl7pPr>
            <a:lvl8pPr lvl="7">
              <a:lnSpc>
                <a:spcPct val="100000"/>
              </a:lnSpc>
              <a:spcBef>
                <a:spcPts val="0"/>
              </a:spcBef>
              <a:spcAft>
                <a:spcPts val="0"/>
              </a:spcAft>
              <a:buSzPts val="1300"/>
              <a:buNone/>
              <a:defRPr sz="1300"/>
            </a:lvl8pPr>
            <a:lvl9pPr lvl="8">
              <a:lnSpc>
                <a:spcPct val="100000"/>
              </a:lnSpc>
              <a:spcBef>
                <a:spcPts val="0"/>
              </a:spcBef>
              <a:spcAft>
                <a:spcPts val="0"/>
              </a:spcAft>
              <a:buSzPts val="1300"/>
              <a:buNone/>
              <a:defRPr sz="1300"/>
            </a:lvl9pPr>
          </a:lstStyle>
          <a:p/>
        </p:txBody>
      </p:sp>
      <p:sp>
        <p:nvSpPr>
          <p:cNvPr id="98" name="Google Shape;98;p9"/>
          <p:cNvSpPr txBox="1"/>
          <p:nvPr>
            <p:ph idx="2" type="body"/>
          </p:nvPr>
        </p:nvSpPr>
        <p:spPr>
          <a:xfrm>
            <a:off x="4648200" y="1696600"/>
            <a:ext cx="3676800" cy="2347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99" name="Google Shape;99;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00" name="Shape 100"/>
        <p:cNvGrpSpPr/>
        <p:nvPr/>
      </p:nvGrpSpPr>
      <p:grpSpPr>
        <a:xfrm>
          <a:off x="0" y="0"/>
          <a:ext cx="0" cy="0"/>
          <a:chOff x="0" y="0"/>
          <a:chExt cx="0" cy="0"/>
        </a:xfrm>
      </p:grpSpPr>
      <p:grpSp>
        <p:nvGrpSpPr>
          <p:cNvPr id="101" name="Google Shape;101;p10"/>
          <p:cNvGrpSpPr/>
          <p:nvPr/>
        </p:nvGrpSpPr>
        <p:grpSpPr>
          <a:xfrm>
            <a:off x="0" y="4128572"/>
            <a:ext cx="698925" cy="684657"/>
            <a:chOff x="0" y="3785672"/>
            <a:chExt cx="698925" cy="684657"/>
          </a:xfrm>
        </p:grpSpPr>
        <p:sp>
          <p:nvSpPr>
            <p:cNvPr id="102" name="Google Shape;102;p10"/>
            <p:cNvSpPr/>
            <p:nvPr/>
          </p:nvSpPr>
          <p:spPr>
            <a:xfrm rot="-5400000">
              <a:off x="0" y="3785672"/>
              <a:ext cx="544800" cy="544800"/>
            </a:xfrm>
            <a:prstGeom prst="diagStripe">
              <a:avLst>
                <a:gd fmla="val 50000" name="adj"/>
              </a:avLst>
            </a:prstGeom>
            <a:solidFill>
              <a:schemeClr val="lt1">
                <a:alpha val="96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p10"/>
            <p:cNvSpPr/>
            <p:nvPr/>
          </p:nvSpPr>
          <p:spPr>
            <a:xfrm flipH="1">
              <a:off x="154125" y="3925529"/>
              <a:ext cx="544800" cy="544800"/>
            </a:xfrm>
            <a:prstGeom prst="diagStripe">
              <a:avLst>
                <a:gd fmla="val 50000" name="adj"/>
              </a:avLst>
            </a:prstGeom>
            <a:solidFill>
              <a:schemeClr val="lt1">
                <a:alpha val="96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4" name="Google Shape;104;p10"/>
          <p:cNvSpPr txBox="1"/>
          <p:nvPr>
            <p:ph idx="1" type="body"/>
          </p:nvPr>
        </p:nvSpPr>
        <p:spPr>
          <a:xfrm>
            <a:off x="812725" y="4305375"/>
            <a:ext cx="6936000" cy="5238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105" name="Google Shape;105;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06" name="Shape 106"/>
        <p:cNvGrpSpPr/>
        <p:nvPr/>
      </p:nvGrpSpPr>
      <p:grpSpPr>
        <a:xfrm>
          <a:off x="0" y="0"/>
          <a:ext cx="0" cy="0"/>
          <a:chOff x="0" y="0"/>
          <a:chExt cx="0" cy="0"/>
        </a:xfrm>
      </p:grpSpPr>
      <p:grpSp>
        <p:nvGrpSpPr>
          <p:cNvPr id="107" name="Google Shape;107;p11"/>
          <p:cNvGrpSpPr/>
          <p:nvPr/>
        </p:nvGrpSpPr>
        <p:grpSpPr>
          <a:xfrm>
            <a:off x="4406400" y="0"/>
            <a:ext cx="4737600" cy="5143065"/>
            <a:chOff x="4406400" y="0"/>
            <a:chExt cx="4737600" cy="5143065"/>
          </a:xfrm>
        </p:grpSpPr>
        <p:sp>
          <p:nvSpPr>
            <p:cNvPr id="108" name="Google Shape;108;p11"/>
            <p:cNvSpPr/>
            <p:nvPr/>
          </p:nvSpPr>
          <p:spPr>
            <a:xfrm rot="5400000">
              <a:off x="4408200" y="-1800"/>
              <a:ext cx="47340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11"/>
            <p:cNvSpPr/>
            <p:nvPr/>
          </p:nvSpPr>
          <p:spPr>
            <a:xfrm rot="5400000">
              <a:off x="4841125" y="5700"/>
              <a:ext cx="42981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11"/>
            <p:cNvSpPr/>
            <p:nvPr/>
          </p:nvSpPr>
          <p:spPr>
            <a:xfrm rot="-5400000">
              <a:off x="5618399" y="123646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11"/>
            <p:cNvSpPr/>
            <p:nvPr/>
          </p:nvSpPr>
          <p:spPr>
            <a:xfrm flipH="1">
              <a:off x="5849857" y="14439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11"/>
            <p:cNvSpPr/>
            <p:nvPr/>
          </p:nvSpPr>
          <p:spPr>
            <a:xfrm rot="-5400000">
              <a:off x="5987081" y="24694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11"/>
            <p:cNvSpPr/>
            <p:nvPr/>
          </p:nvSpPr>
          <p:spPr>
            <a:xfrm flipH="1">
              <a:off x="6222115" y="267695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11"/>
            <p:cNvSpPr/>
            <p:nvPr/>
          </p:nvSpPr>
          <p:spPr>
            <a:xfrm rot="-5400000">
              <a:off x="6675341" y="186201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11"/>
            <p:cNvSpPr/>
            <p:nvPr/>
          </p:nvSpPr>
          <p:spPr>
            <a:xfrm flipH="1">
              <a:off x="6908099" y="2069505"/>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11"/>
            <p:cNvSpPr/>
            <p:nvPr/>
          </p:nvSpPr>
          <p:spPr>
            <a:xfrm rot="-5400000">
              <a:off x="6861141" y="247781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11"/>
            <p:cNvSpPr/>
            <p:nvPr/>
          </p:nvSpPr>
          <p:spPr>
            <a:xfrm flipH="1">
              <a:off x="7965266" y="269296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11"/>
            <p:cNvSpPr/>
            <p:nvPr/>
          </p:nvSpPr>
          <p:spPr>
            <a:xfrm flipH="1">
              <a:off x="8145082" y="330875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11"/>
            <p:cNvSpPr/>
            <p:nvPr/>
          </p:nvSpPr>
          <p:spPr>
            <a:xfrm rot="-5400000">
              <a:off x="7047599" y="309501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11"/>
            <p:cNvSpPr/>
            <p:nvPr/>
          </p:nvSpPr>
          <p:spPr>
            <a:xfrm flipH="1">
              <a:off x="7276649" y="330250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11"/>
            <p:cNvSpPr/>
            <p:nvPr/>
          </p:nvSpPr>
          <p:spPr>
            <a:xfrm rot="-5400000">
              <a:off x="7227414" y="3710807"/>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11"/>
            <p:cNvSpPr/>
            <p:nvPr/>
          </p:nvSpPr>
          <p:spPr>
            <a:xfrm flipH="1">
              <a:off x="7462448" y="391829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11"/>
            <p:cNvSpPr/>
            <p:nvPr/>
          </p:nvSpPr>
          <p:spPr>
            <a:xfrm rot="-5400000">
              <a:off x="8102491" y="371847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11"/>
            <p:cNvSpPr/>
            <p:nvPr/>
          </p:nvSpPr>
          <p:spPr>
            <a:xfrm flipH="1">
              <a:off x="8334533" y="392596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p11"/>
            <p:cNvSpPr/>
            <p:nvPr/>
          </p:nvSpPr>
          <p:spPr>
            <a:xfrm rot="-5400000">
              <a:off x="8288290" y="43342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6" name="Google Shape;126;p11"/>
          <p:cNvSpPr txBox="1"/>
          <p:nvPr>
            <p:ph hasCustomPrompt="1" type="title"/>
          </p:nvPr>
        </p:nvSpPr>
        <p:spPr>
          <a:xfrm>
            <a:off x="823850" y="1284675"/>
            <a:ext cx="4776000" cy="1300800"/>
          </a:xfrm>
          <a:prstGeom prst="rect">
            <a:avLst/>
          </a:prstGeom>
        </p:spPr>
        <p:txBody>
          <a:bodyPr anchorCtr="0" anchor="t" bIns="91425" lIns="91425" spcFirstLastPara="1" rIns="91425" wrap="square" tIns="91425">
            <a:normAutofit/>
          </a:bodyPr>
          <a:lstStyle>
            <a:lvl1pPr lvl="0">
              <a:spcBef>
                <a:spcPts val="0"/>
              </a:spcBef>
              <a:spcAft>
                <a:spcPts val="0"/>
              </a:spcAft>
              <a:buSzPts val="8000"/>
              <a:buNone/>
              <a:defRPr sz="8000"/>
            </a:lvl1pPr>
            <a:lvl2pPr lvl="1">
              <a:spcBef>
                <a:spcPts val="0"/>
              </a:spcBef>
              <a:spcAft>
                <a:spcPts val="0"/>
              </a:spcAft>
              <a:buSzPts val="8000"/>
              <a:buNone/>
              <a:defRPr sz="8000"/>
            </a:lvl2pPr>
            <a:lvl3pPr lvl="2">
              <a:spcBef>
                <a:spcPts val="0"/>
              </a:spcBef>
              <a:spcAft>
                <a:spcPts val="0"/>
              </a:spcAft>
              <a:buSzPts val="8000"/>
              <a:buNone/>
              <a:defRPr sz="8000"/>
            </a:lvl3pPr>
            <a:lvl4pPr lvl="3">
              <a:spcBef>
                <a:spcPts val="0"/>
              </a:spcBef>
              <a:spcAft>
                <a:spcPts val="0"/>
              </a:spcAft>
              <a:buSzPts val="8000"/>
              <a:buNone/>
              <a:defRPr sz="8000"/>
            </a:lvl4pPr>
            <a:lvl5pPr lvl="4">
              <a:spcBef>
                <a:spcPts val="0"/>
              </a:spcBef>
              <a:spcAft>
                <a:spcPts val="0"/>
              </a:spcAft>
              <a:buSzPts val="8000"/>
              <a:buNone/>
              <a:defRPr sz="8000"/>
            </a:lvl5pPr>
            <a:lvl6pPr lvl="5">
              <a:spcBef>
                <a:spcPts val="0"/>
              </a:spcBef>
              <a:spcAft>
                <a:spcPts val="0"/>
              </a:spcAft>
              <a:buSzPts val="8000"/>
              <a:buNone/>
              <a:defRPr sz="8000"/>
            </a:lvl6pPr>
            <a:lvl7pPr lvl="6">
              <a:spcBef>
                <a:spcPts val="0"/>
              </a:spcBef>
              <a:spcAft>
                <a:spcPts val="0"/>
              </a:spcAft>
              <a:buSzPts val="8000"/>
              <a:buNone/>
              <a:defRPr sz="8000"/>
            </a:lvl7pPr>
            <a:lvl8pPr lvl="7">
              <a:spcBef>
                <a:spcPts val="0"/>
              </a:spcBef>
              <a:spcAft>
                <a:spcPts val="0"/>
              </a:spcAft>
              <a:buSzPts val="8000"/>
              <a:buNone/>
              <a:defRPr sz="8000"/>
            </a:lvl8pPr>
            <a:lvl9pPr lvl="8">
              <a:spcBef>
                <a:spcPts val="0"/>
              </a:spcBef>
              <a:spcAft>
                <a:spcPts val="0"/>
              </a:spcAft>
              <a:buSzPts val="8000"/>
              <a:buNone/>
              <a:defRPr sz="8000"/>
            </a:lvl9pPr>
          </a:lstStyle>
          <a:p>
            <a:r>
              <a:t>xx%</a:t>
            </a:r>
          </a:p>
        </p:txBody>
      </p:sp>
      <p:sp>
        <p:nvSpPr>
          <p:cNvPr id="127" name="Google Shape;127;p11"/>
          <p:cNvSpPr txBox="1"/>
          <p:nvPr>
            <p:ph idx="1" type="body"/>
          </p:nvPr>
        </p:nvSpPr>
        <p:spPr>
          <a:xfrm>
            <a:off x="823850" y="2643124"/>
            <a:ext cx="4776000" cy="12189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28" name="Google Shape;128;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29" name="Shape 129"/>
        <p:cNvGrpSpPr/>
        <p:nvPr/>
      </p:nvGrpSpPr>
      <p:grpSpPr>
        <a:xfrm>
          <a:off x="0" y="0"/>
          <a:ext cx="0" cy="0"/>
          <a:chOff x="0" y="0"/>
          <a:chExt cx="0" cy="0"/>
        </a:xfrm>
      </p:grpSpPr>
      <p:sp>
        <p:nvSpPr>
          <p:cNvPr id="130" name="Google Shape;130;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focus">
    <p:bg>
      <p:bgPr>
        <a:solidFill>
          <a:schemeClr val="dk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1pPr>
            <a:lvl2pPr lvl="1">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2pPr>
            <a:lvl3pPr lvl="2">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3pPr>
            <a:lvl4pPr lvl="3">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4pPr>
            <a:lvl5pPr lvl="4">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5pPr>
            <a:lvl6pPr lvl="5">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6pPr>
            <a:lvl7pPr lvl="6">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7pPr>
            <a:lvl8pPr lvl="7">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8pPr>
            <a:lvl9pPr lvl="8">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lt1"/>
              </a:buClr>
              <a:buSzPts val="1300"/>
              <a:buFont typeface="Lato"/>
              <a:buChar char="●"/>
              <a:defRPr sz="1300">
                <a:solidFill>
                  <a:schemeClr val="lt1"/>
                </a:solidFill>
                <a:latin typeface="Lato"/>
                <a:ea typeface="Lato"/>
                <a:cs typeface="Lato"/>
                <a:sym typeface="Lato"/>
              </a:defRPr>
            </a:lvl1pPr>
            <a:lvl2pPr indent="-298450" lvl="1" marL="9144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2pPr>
            <a:lvl3pPr indent="-298450" lvl="2" marL="13716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3pPr>
            <a:lvl4pPr indent="-298450" lvl="3" marL="18288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4pPr>
            <a:lvl5pPr indent="-298450" lvl="4" marL="22860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5pPr>
            <a:lvl6pPr indent="-298450" lvl="5" marL="27432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6pPr>
            <a:lvl7pPr indent="-298450" lvl="6" marL="32004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7pPr>
            <a:lvl8pPr indent="-298450" lvl="7" marL="36576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8pPr>
            <a:lvl9pPr indent="-298450" lvl="8" marL="41148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lt1"/>
                </a:solidFill>
                <a:latin typeface="Lato"/>
                <a:ea typeface="Lato"/>
                <a:cs typeface="Lato"/>
                <a:sym typeface="Lato"/>
              </a:defRPr>
            </a:lvl1pPr>
            <a:lvl2pPr lvl="1" algn="r">
              <a:buNone/>
              <a:defRPr sz="1000">
                <a:solidFill>
                  <a:schemeClr val="lt1"/>
                </a:solidFill>
                <a:latin typeface="Lato"/>
                <a:ea typeface="Lato"/>
                <a:cs typeface="Lato"/>
                <a:sym typeface="Lato"/>
              </a:defRPr>
            </a:lvl2pPr>
            <a:lvl3pPr lvl="2" algn="r">
              <a:buNone/>
              <a:defRPr sz="1000">
                <a:solidFill>
                  <a:schemeClr val="lt1"/>
                </a:solidFill>
                <a:latin typeface="Lato"/>
                <a:ea typeface="Lato"/>
                <a:cs typeface="Lato"/>
                <a:sym typeface="Lato"/>
              </a:defRPr>
            </a:lvl3pPr>
            <a:lvl4pPr lvl="3" algn="r">
              <a:buNone/>
              <a:defRPr sz="1000">
                <a:solidFill>
                  <a:schemeClr val="lt1"/>
                </a:solidFill>
                <a:latin typeface="Lato"/>
                <a:ea typeface="Lato"/>
                <a:cs typeface="Lato"/>
                <a:sym typeface="Lato"/>
              </a:defRPr>
            </a:lvl4pPr>
            <a:lvl5pPr lvl="4" algn="r">
              <a:buNone/>
              <a:defRPr sz="1000">
                <a:solidFill>
                  <a:schemeClr val="lt1"/>
                </a:solidFill>
                <a:latin typeface="Lato"/>
                <a:ea typeface="Lato"/>
                <a:cs typeface="Lato"/>
                <a:sym typeface="Lato"/>
              </a:defRPr>
            </a:lvl5pPr>
            <a:lvl6pPr lvl="5" algn="r">
              <a:buNone/>
              <a:defRPr sz="1000">
                <a:solidFill>
                  <a:schemeClr val="lt1"/>
                </a:solidFill>
                <a:latin typeface="Lato"/>
                <a:ea typeface="Lato"/>
                <a:cs typeface="Lato"/>
                <a:sym typeface="Lato"/>
              </a:defRPr>
            </a:lvl6pPr>
            <a:lvl7pPr lvl="6" algn="r">
              <a:buNone/>
              <a:defRPr sz="1000">
                <a:solidFill>
                  <a:schemeClr val="lt1"/>
                </a:solidFill>
                <a:latin typeface="Lato"/>
                <a:ea typeface="Lato"/>
                <a:cs typeface="Lato"/>
                <a:sym typeface="Lato"/>
              </a:defRPr>
            </a:lvl7pPr>
            <a:lvl8pPr lvl="7" algn="r">
              <a:buNone/>
              <a:defRPr sz="1000">
                <a:solidFill>
                  <a:schemeClr val="lt1"/>
                </a:solidFill>
                <a:latin typeface="Lato"/>
                <a:ea typeface="Lato"/>
                <a:cs typeface="Lato"/>
                <a:sym typeface="Lato"/>
              </a:defRPr>
            </a:lvl8pPr>
            <a:lvl9pPr lvl="8" algn="r">
              <a:buNone/>
              <a:defRPr sz="1000">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9.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0.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hyperlink" Target="mailto:niyaziyasin.bozatli@tai.com.tr"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5.png"/><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13"/>
          <p:cNvSpPr txBox="1"/>
          <p:nvPr>
            <p:ph type="ctrTitle"/>
          </p:nvPr>
        </p:nvSpPr>
        <p:spPr>
          <a:xfrm>
            <a:off x="3164300" y="1051475"/>
            <a:ext cx="5336400" cy="12339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b="1" lang="en" sz="3200">
                <a:latin typeface="Comfortaa"/>
                <a:ea typeface="Comfortaa"/>
                <a:cs typeface="Comfortaa"/>
                <a:sym typeface="Comfortaa"/>
              </a:rPr>
              <a:t>Bilgisayar Programcılığı </a:t>
            </a:r>
            <a:endParaRPr b="1" sz="3200">
              <a:latin typeface="Comfortaa"/>
              <a:ea typeface="Comfortaa"/>
              <a:cs typeface="Comfortaa"/>
              <a:sym typeface="Comfortaa"/>
            </a:endParaRPr>
          </a:p>
          <a:p>
            <a:pPr indent="0" lvl="0" marL="0" rtl="0" algn="ctr">
              <a:spcBef>
                <a:spcPts val="0"/>
              </a:spcBef>
              <a:spcAft>
                <a:spcPts val="0"/>
              </a:spcAft>
              <a:buNone/>
            </a:pPr>
            <a:r>
              <a:rPr b="1" lang="en" sz="3200">
                <a:latin typeface="Comfortaa"/>
                <a:ea typeface="Comfortaa"/>
                <a:cs typeface="Comfortaa"/>
                <a:sym typeface="Comfortaa"/>
              </a:rPr>
              <a:t>İşletmede Mesleki Eğitim</a:t>
            </a:r>
            <a:r>
              <a:rPr lang="en" sz="3200"/>
              <a:t> </a:t>
            </a:r>
            <a:endParaRPr sz="3200"/>
          </a:p>
          <a:p>
            <a:pPr indent="0" lvl="0" marL="0" rtl="0" algn="ctr">
              <a:spcBef>
                <a:spcPts val="0"/>
              </a:spcBef>
              <a:spcAft>
                <a:spcPts val="0"/>
              </a:spcAft>
              <a:buNone/>
            </a:pPr>
            <a:r>
              <a:t/>
            </a:r>
            <a:endParaRPr sz="3200"/>
          </a:p>
          <a:p>
            <a:pPr indent="0" lvl="0" marL="0" rtl="0" algn="ctr">
              <a:spcBef>
                <a:spcPts val="0"/>
              </a:spcBef>
              <a:spcAft>
                <a:spcPts val="0"/>
              </a:spcAft>
              <a:buNone/>
            </a:pPr>
            <a:r>
              <a:rPr b="1" lang="en" sz="3200">
                <a:latin typeface="Comfortaa"/>
                <a:ea typeface="Comfortaa"/>
                <a:cs typeface="Comfortaa"/>
                <a:sym typeface="Comfortaa"/>
              </a:rPr>
              <a:t>Vize Sunumu</a:t>
            </a:r>
            <a:endParaRPr b="1" sz="3200">
              <a:latin typeface="Comfortaa"/>
              <a:ea typeface="Comfortaa"/>
              <a:cs typeface="Comfortaa"/>
              <a:sym typeface="Comfortaa"/>
            </a:endParaRPr>
          </a:p>
        </p:txBody>
      </p:sp>
      <p:sp>
        <p:nvSpPr>
          <p:cNvPr id="136" name="Google Shape;136;p13"/>
          <p:cNvSpPr txBox="1"/>
          <p:nvPr>
            <p:ph idx="1" type="subTitle"/>
          </p:nvPr>
        </p:nvSpPr>
        <p:spPr>
          <a:xfrm>
            <a:off x="3367100" y="3491325"/>
            <a:ext cx="4930800" cy="7293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latin typeface="Comfortaa Medium"/>
                <a:ea typeface="Comfortaa Medium"/>
                <a:cs typeface="Comfortaa Medium"/>
                <a:sym typeface="Comfortaa Medium"/>
              </a:rPr>
              <a:t>Erdal Akyüz / 24380101753 </a:t>
            </a:r>
            <a:endParaRPr>
              <a:latin typeface="Comfortaa Medium"/>
              <a:ea typeface="Comfortaa Medium"/>
              <a:cs typeface="Comfortaa Medium"/>
              <a:sym typeface="Comfortaa Medium"/>
            </a:endParaRPr>
          </a:p>
          <a:p>
            <a:pPr indent="0" lvl="0" marL="0" rtl="0" algn="ctr">
              <a:spcBef>
                <a:spcPts val="0"/>
              </a:spcBef>
              <a:spcAft>
                <a:spcPts val="0"/>
              </a:spcAft>
              <a:buNone/>
            </a:pPr>
            <a:r>
              <a:rPr lang="en">
                <a:latin typeface="Comfortaa Medium"/>
                <a:ea typeface="Comfortaa Medium"/>
                <a:cs typeface="Comfortaa Medium"/>
                <a:sym typeface="Comfortaa Medium"/>
              </a:rPr>
              <a:t>Bilgisayar Programcılığı / Şube - 1 </a:t>
            </a:r>
            <a:endParaRPr>
              <a:latin typeface="Comfortaa Medium"/>
              <a:ea typeface="Comfortaa Medium"/>
              <a:cs typeface="Comfortaa Medium"/>
              <a:sym typeface="Comfortaa Medium"/>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14"/>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TUSAŞ İdari Sistemler Bölüm Tanıtımı</a:t>
            </a:r>
            <a:endParaRPr/>
          </a:p>
        </p:txBody>
      </p:sp>
      <p:sp>
        <p:nvSpPr>
          <p:cNvPr id="142" name="Google Shape;142;p14"/>
          <p:cNvSpPr txBox="1"/>
          <p:nvPr>
            <p:ph idx="1" type="body"/>
          </p:nvPr>
        </p:nvSpPr>
        <p:spPr>
          <a:xfrm>
            <a:off x="129650" y="1564325"/>
            <a:ext cx="5341200" cy="3422400"/>
          </a:xfrm>
          <a:prstGeom prst="rect">
            <a:avLst/>
          </a:prstGeom>
        </p:spPr>
        <p:txBody>
          <a:bodyPr anchorCtr="0" anchor="t" bIns="91425" lIns="91425" spcFirstLastPara="1" rIns="91425" wrap="square" tIns="91425">
            <a:normAutofit lnSpcReduction="10000"/>
          </a:bodyPr>
          <a:lstStyle/>
          <a:p>
            <a:pPr indent="-311150" lvl="0" marL="457200" rtl="0" algn="l">
              <a:spcBef>
                <a:spcPts val="0"/>
              </a:spcBef>
              <a:spcAft>
                <a:spcPts val="0"/>
              </a:spcAft>
              <a:buSzPts val="1300"/>
              <a:buChar char="●"/>
            </a:pPr>
            <a:r>
              <a:rPr lang="en">
                <a:solidFill>
                  <a:srgbClr val="F0EFED"/>
                </a:solidFill>
                <a:highlight>
                  <a:schemeClr val="dk1"/>
                </a:highlight>
              </a:rPr>
              <a:t>TUSAŞ'taki idari sistemler ile ilgili bölümlerin hedeflerini destekleyecek şirket içinde geliştirilmesinin uygun olduğu değerlendirmiş yazılımların geliştirilmesini sağlamak </a:t>
            </a:r>
            <a:endParaRPr>
              <a:solidFill>
                <a:srgbClr val="F0EFED"/>
              </a:solidFill>
              <a:highlight>
                <a:schemeClr val="dk1"/>
              </a:highlight>
            </a:endParaRPr>
          </a:p>
          <a:p>
            <a:pPr indent="0" lvl="0" marL="0" rtl="0" algn="l">
              <a:spcBef>
                <a:spcPts val="1200"/>
              </a:spcBef>
              <a:spcAft>
                <a:spcPts val="0"/>
              </a:spcAft>
              <a:buNone/>
            </a:pPr>
            <a:r>
              <a:t/>
            </a:r>
            <a:endParaRPr>
              <a:solidFill>
                <a:srgbClr val="F0EFED"/>
              </a:solidFill>
              <a:highlight>
                <a:schemeClr val="dk1"/>
              </a:highlight>
            </a:endParaRPr>
          </a:p>
          <a:p>
            <a:pPr indent="-304800" lvl="0" marL="457200" rtl="0" algn="l">
              <a:spcBef>
                <a:spcPts val="1200"/>
              </a:spcBef>
              <a:spcAft>
                <a:spcPts val="0"/>
              </a:spcAft>
              <a:buClr>
                <a:srgbClr val="F0EFED"/>
              </a:buClr>
              <a:buSzPts val="1200"/>
              <a:buChar char="●"/>
            </a:pPr>
            <a:r>
              <a:rPr lang="en">
                <a:solidFill>
                  <a:srgbClr val="F0EFED"/>
                </a:solidFill>
                <a:highlight>
                  <a:schemeClr val="dk1"/>
                </a:highlight>
              </a:rPr>
              <a:t>İnsan Kaynakları, Finans, Satın Alma, TUSAŞ Akademi Eğitim, Tesis Yönetimi, Kurumsal İletişim ve Strateji gibi bölümler idari sistemlerin ilgilendiği alanların başında gelir.</a:t>
            </a:r>
            <a:endParaRPr>
              <a:solidFill>
                <a:srgbClr val="F0EFED"/>
              </a:solidFill>
              <a:highlight>
                <a:schemeClr val="dk1"/>
              </a:highlight>
            </a:endParaRPr>
          </a:p>
          <a:p>
            <a:pPr indent="0" lvl="0" marL="0" rtl="0" algn="l">
              <a:spcBef>
                <a:spcPts val="1200"/>
              </a:spcBef>
              <a:spcAft>
                <a:spcPts val="0"/>
              </a:spcAft>
              <a:buNone/>
            </a:pPr>
            <a:r>
              <a:t/>
            </a:r>
            <a:endParaRPr>
              <a:solidFill>
                <a:srgbClr val="F0EFED"/>
              </a:solidFill>
              <a:highlight>
                <a:schemeClr val="dk1"/>
              </a:highlight>
            </a:endParaRPr>
          </a:p>
          <a:p>
            <a:pPr indent="0" lvl="0" marL="0" rtl="0" algn="l">
              <a:spcBef>
                <a:spcPts val="1200"/>
              </a:spcBef>
              <a:spcAft>
                <a:spcPts val="1200"/>
              </a:spcAft>
              <a:buNone/>
            </a:pPr>
            <a:r>
              <a:t/>
            </a:r>
            <a:endParaRPr>
              <a:solidFill>
                <a:srgbClr val="F0EFED"/>
              </a:solidFill>
              <a:highlight>
                <a:schemeClr val="dk1"/>
              </a:highlight>
            </a:endParaRPr>
          </a:p>
        </p:txBody>
      </p:sp>
      <p:pic>
        <p:nvPicPr>
          <p:cNvPr id="143" name="Google Shape;143;p14" title="1280px-Tai_logo.png"/>
          <p:cNvPicPr preferRelativeResize="0"/>
          <p:nvPr/>
        </p:nvPicPr>
        <p:blipFill>
          <a:blip r:embed="rId3">
            <a:alphaModFix/>
          </a:blip>
          <a:stretch>
            <a:fillRect/>
          </a:stretch>
        </p:blipFill>
        <p:spPr>
          <a:xfrm>
            <a:off x="5254625" y="1769050"/>
            <a:ext cx="3740726" cy="1940500"/>
          </a:xfrm>
          <a:prstGeom prst="rect">
            <a:avLst/>
          </a:prstGeom>
          <a:noFill/>
          <a:ln>
            <a:noFill/>
          </a:ln>
          <a:effectLst>
            <a:outerShdw blurRad="114300" rotWithShape="0" algn="bl" dir="5820000" dist="47625">
              <a:schemeClr val="lt1">
                <a:alpha val="20000"/>
              </a:schemeClr>
            </a:outerShdw>
          </a:effectLst>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15"/>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TUSAŞ İdari Sistemler Bölüm Tanıtımı</a:t>
            </a:r>
            <a:endParaRPr/>
          </a:p>
        </p:txBody>
      </p:sp>
      <p:sp>
        <p:nvSpPr>
          <p:cNvPr id="149" name="Google Shape;149;p15"/>
          <p:cNvSpPr txBox="1"/>
          <p:nvPr>
            <p:ph idx="1" type="body"/>
          </p:nvPr>
        </p:nvSpPr>
        <p:spPr>
          <a:xfrm>
            <a:off x="218100" y="1449300"/>
            <a:ext cx="8707800" cy="3694200"/>
          </a:xfrm>
          <a:prstGeom prst="rect">
            <a:avLst/>
          </a:prstGeom>
        </p:spPr>
        <p:txBody>
          <a:bodyPr anchorCtr="0" anchor="t" bIns="91425" lIns="91425" spcFirstLastPara="1" rIns="91425" wrap="square" tIns="91425">
            <a:noAutofit/>
          </a:bodyPr>
          <a:lstStyle/>
          <a:p>
            <a:pPr indent="-317659" lvl="0" marL="457200" rtl="0" algn="l">
              <a:lnSpc>
                <a:spcPct val="130000"/>
              </a:lnSpc>
              <a:spcBef>
                <a:spcPts val="0"/>
              </a:spcBef>
              <a:spcAft>
                <a:spcPts val="0"/>
              </a:spcAft>
              <a:buSzPts val="1403"/>
              <a:buChar char="●"/>
            </a:pPr>
            <a:r>
              <a:rPr lang="en" sz="1310"/>
              <a:t>İdari Sistemlerin temel amacı şirket içerisinde gerçekleşen bütün faaliyetlerin tek çatı altında verimli ve sorunsuz bir şekilde yönetimi sağlamaktır. </a:t>
            </a:r>
            <a:endParaRPr sz="1310"/>
          </a:p>
          <a:p>
            <a:pPr indent="0" lvl="0" marL="457200" rtl="0" algn="l">
              <a:lnSpc>
                <a:spcPct val="130000"/>
              </a:lnSpc>
              <a:spcBef>
                <a:spcPts val="1200"/>
              </a:spcBef>
              <a:spcAft>
                <a:spcPts val="0"/>
              </a:spcAft>
              <a:buSzPts val="1018"/>
              <a:buNone/>
            </a:pPr>
            <a:r>
              <a:t/>
            </a:r>
            <a:endParaRPr sz="1310"/>
          </a:p>
          <a:p>
            <a:pPr indent="-317659" lvl="0" marL="457200" rtl="0" algn="l">
              <a:lnSpc>
                <a:spcPct val="130000"/>
              </a:lnSpc>
              <a:spcBef>
                <a:spcPts val="1200"/>
              </a:spcBef>
              <a:spcAft>
                <a:spcPts val="0"/>
              </a:spcAft>
              <a:buSzPts val="1403"/>
              <a:buChar char="●"/>
            </a:pPr>
            <a:r>
              <a:rPr lang="en" sz="1310"/>
              <a:t>Bu amaç doğrultusunda </a:t>
            </a:r>
            <a:r>
              <a:rPr b="1" lang="en" sz="1310">
                <a:latin typeface="Comfortaa"/>
                <a:ea typeface="Comfortaa"/>
                <a:cs typeface="Comfortaa"/>
                <a:sym typeface="Comfortaa"/>
              </a:rPr>
              <a:t>İnsan Kaynakları Yönetimi, Envanter Yönetimi, Muhasebe, Tesis ve Kaynak Yönetimi, Proje Yönetimi Sistemi, Belge Yönetimi Sistemi </a:t>
            </a:r>
            <a:r>
              <a:rPr lang="en" sz="1310"/>
              <a:t>gibi kurum içindeki sorunlarını çözmeye yönelik yazılımların ortak çatıda geliştirilmesini hedefler. </a:t>
            </a:r>
            <a:endParaRPr sz="1310"/>
          </a:p>
          <a:p>
            <a:pPr indent="0" lvl="0" marL="457200" rtl="0" algn="l">
              <a:lnSpc>
                <a:spcPct val="130000"/>
              </a:lnSpc>
              <a:spcBef>
                <a:spcPts val="1200"/>
              </a:spcBef>
              <a:spcAft>
                <a:spcPts val="0"/>
              </a:spcAft>
              <a:buSzPts val="1018"/>
              <a:buNone/>
            </a:pPr>
            <a:r>
              <a:t/>
            </a:r>
            <a:endParaRPr sz="1310"/>
          </a:p>
          <a:p>
            <a:pPr indent="-317659" lvl="0" marL="457200" rtl="0" algn="l">
              <a:lnSpc>
                <a:spcPct val="130000"/>
              </a:lnSpc>
              <a:spcBef>
                <a:spcPts val="1200"/>
              </a:spcBef>
              <a:spcAft>
                <a:spcPts val="0"/>
              </a:spcAft>
              <a:buSzPts val="1403"/>
              <a:buChar char="●"/>
            </a:pPr>
            <a:r>
              <a:rPr lang="en" sz="1310"/>
              <a:t>Tusaş, bu ihtiyaçlara yönelik olarak her birim için ayrı yazılımların geliştirilmesi yerine bütün bu sorunlara ortak çözüm olarak </a:t>
            </a:r>
            <a:r>
              <a:rPr b="1" lang="en" sz="1310">
                <a:latin typeface="Comfortaa"/>
                <a:ea typeface="Comfortaa"/>
                <a:cs typeface="Comfortaa"/>
                <a:sym typeface="Comfortaa"/>
              </a:rPr>
              <a:t>Odoo ERP</a:t>
            </a:r>
            <a:r>
              <a:rPr lang="en" sz="1310"/>
              <a:t> sistemini tercih etmiştir.</a:t>
            </a:r>
            <a:endParaRPr sz="131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16"/>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Odoo ERP Yazılımı</a:t>
            </a:r>
            <a:endParaRPr/>
          </a:p>
        </p:txBody>
      </p:sp>
      <p:sp>
        <p:nvSpPr>
          <p:cNvPr id="155" name="Google Shape;155;p16"/>
          <p:cNvSpPr txBox="1"/>
          <p:nvPr>
            <p:ph idx="1" type="body"/>
          </p:nvPr>
        </p:nvSpPr>
        <p:spPr>
          <a:xfrm>
            <a:off x="129650" y="1564325"/>
            <a:ext cx="5263200" cy="34224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en"/>
              <a:t>Tusaş ERP çözümü olarak Odoo yazılımını tercih etmiştir. Bunun bazı önemli sebepleri var.</a:t>
            </a:r>
            <a:endParaRPr/>
          </a:p>
          <a:p>
            <a:pPr indent="-311150" lvl="0" marL="457200" rtl="0" algn="l">
              <a:spcBef>
                <a:spcPts val="0"/>
              </a:spcBef>
              <a:spcAft>
                <a:spcPts val="0"/>
              </a:spcAft>
              <a:buSzPts val="1300"/>
              <a:buChar char="●"/>
            </a:pPr>
            <a:r>
              <a:rPr lang="en"/>
              <a:t>Odoo ERP Avantajları : </a:t>
            </a:r>
            <a:endParaRPr/>
          </a:p>
          <a:p>
            <a:pPr indent="-298450" lvl="1" marL="914400" rtl="0" algn="l">
              <a:spcBef>
                <a:spcPts val="0"/>
              </a:spcBef>
              <a:spcAft>
                <a:spcPts val="0"/>
              </a:spcAft>
              <a:buSzPts val="1100"/>
              <a:buChar char="○"/>
            </a:pPr>
            <a:r>
              <a:rPr lang="en"/>
              <a:t>Tamamen açık kaynak olması (güvenlik için) </a:t>
            </a:r>
            <a:endParaRPr/>
          </a:p>
          <a:p>
            <a:pPr indent="-298450" lvl="1" marL="914400" rtl="0" algn="l">
              <a:spcBef>
                <a:spcPts val="0"/>
              </a:spcBef>
              <a:spcAft>
                <a:spcPts val="0"/>
              </a:spcAft>
              <a:buSzPts val="1100"/>
              <a:buChar char="○"/>
            </a:pPr>
            <a:r>
              <a:rPr lang="en"/>
              <a:t>Ölçeklenebilirlik (Değişimlere hızlı çözüm)</a:t>
            </a:r>
            <a:endParaRPr/>
          </a:p>
          <a:p>
            <a:pPr indent="-298450" lvl="1" marL="914400" rtl="0" algn="l">
              <a:spcBef>
                <a:spcPts val="0"/>
              </a:spcBef>
              <a:spcAft>
                <a:spcPts val="0"/>
              </a:spcAft>
              <a:buSzPts val="1100"/>
              <a:buChar char="○"/>
            </a:pPr>
            <a:r>
              <a:rPr lang="en"/>
              <a:t>Modüler yapıda olması ve hızlı geliştirme desteklemesi</a:t>
            </a:r>
            <a:endParaRPr/>
          </a:p>
          <a:p>
            <a:pPr indent="-298450" lvl="1" marL="914400" rtl="0" algn="l">
              <a:spcBef>
                <a:spcPts val="0"/>
              </a:spcBef>
              <a:spcAft>
                <a:spcPts val="0"/>
              </a:spcAft>
              <a:buSzPts val="1100"/>
              <a:buChar char="○"/>
            </a:pPr>
            <a:r>
              <a:rPr lang="en"/>
              <a:t>Geniş ekosistem ve OCA (Odoo Community Association)</a:t>
            </a:r>
            <a:endParaRPr/>
          </a:p>
          <a:p>
            <a:pPr indent="-311150" lvl="0" marL="457200" rtl="0" algn="l">
              <a:spcBef>
                <a:spcPts val="0"/>
              </a:spcBef>
              <a:spcAft>
                <a:spcPts val="0"/>
              </a:spcAft>
              <a:buSzPts val="1300"/>
              <a:buChar char="●"/>
            </a:pPr>
            <a:r>
              <a:rPr lang="en"/>
              <a:t>Odoo ERP Dezavantajları :</a:t>
            </a:r>
            <a:endParaRPr/>
          </a:p>
          <a:p>
            <a:pPr indent="-298450" lvl="1" marL="914400" rtl="0" algn="l">
              <a:spcBef>
                <a:spcPts val="0"/>
              </a:spcBef>
              <a:spcAft>
                <a:spcPts val="0"/>
              </a:spcAft>
              <a:buSzPts val="1100"/>
              <a:buChar char="○"/>
            </a:pPr>
            <a:r>
              <a:rPr lang="en"/>
              <a:t>Sürüm yükseltme sorunları ( Bütün modüller tek tek düzenlenmeli )</a:t>
            </a:r>
            <a:endParaRPr/>
          </a:p>
          <a:p>
            <a:pPr indent="-298450" lvl="1" marL="914400" rtl="0" algn="l">
              <a:spcBef>
                <a:spcPts val="0"/>
              </a:spcBef>
              <a:spcAft>
                <a:spcPts val="0"/>
              </a:spcAft>
              <a:buSzPts val="1100"/>
              <a:buChar char="○"/>
            </a:pPr>
            <a:r>
              <a:rPr lang="en"/>
              <a:t>Çok fazla kullanıcılı sistemlerde performans sorunları</a:t>
            </a:r>
            <a:endParaRPr/>
          </a:p>
        </p:txBody>
      </p:sp>
      <p:pic>
        <p:nvPicPr>
          <p:cNvPr id="156" name="Google Shape;156;p16" title="odoo-erp-solucion.png"/>
          <p:cNvPicPr preferRelativeResize="0"/>
          <p:nvPr/>
        </p:nvPicPr>
        <p:blipFill>
          <a:blip r:embed="rId3">
            <a:alphaModFix/>
          </a:blip>
          <a:stretch>
            <a:fillRect/>
          </a:stretch>
        </p:blipFill>
        <p:spPr>
          <a:xfrm>
            <a:off x="5447400" y="1564337"/>
            <a:ext cx="3606525" cy="3004262"/>
          </a:xfrm>
          <a:prstGeom prst="rect">
            <a:avLst/>
          </a:prstGeom>
          <a:noFill/>
          <a:ln>
            <a:noFill/>
          </a:ln>
          <a:effectLst>
            <a:outerShdw blurRad="100013" rotWithShape="0" algn="bl" dir="7800000" dist="104775">
              <a:srgbClr val="000000"/>
            </a:outerShdw>
          </a:effectLst>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17"/>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Üstlendiğim Görevler</a:t>
            </a:r>
            <a:endParaRPr/>
          </a:p>
        </p:txBody>
      </p:sp>
      <p:sp>
        <p:nvSpPr>
          <p:cNvPr id="162" name="Google Shape;162;p17"/>
          <p:cNvSpPr txBox="1"/>
          <p:nvPr>
            <p:ph idx="1" type="body"/>
          </p:nvPr>
        </p:nvSpPr>
        <p:spPr>
          <a:xfrm>
            <a:off x="293700" y="1502225"/>
            <a:ext cx="8556600" cy="3498300"/>
          </a:xfrm>
          <a:prstGeom prst="rect">
            <a:avLst/>
          </a:prstGeom>
        </p:spPr>
        <p:txBody>
          <a:bodyPr anchorCtr="0" anchor="t" bIns="91425" lIns="91425" spcFirstLastPara="1" rIns="91425" wrap="square" tIns="91425">
            <a:normAutofit fontScale="85000" lnSpcReduction="10000"/>
          </a:bodyPr>
          <a:lstStyle/>
          <a:p>
            <a:pPr indent="-298768" lvl="0" marL="457200" rtl="0" algn="l">
              <a:spcBef>
                <a:spcPts val="0"/>
              </a:spcBef>
              <a:spcAft>
                <a:spcPts val="0"/>
              </a:spcAft>
              <a:buSzPct val="108333"/>
              <a:buChar char="●"/>
            </a:pPr>
            <a:r>
              <a:rPr lang="en"/>
              <a:t>12 - 19 Şubat  : Python temelleri ve OOP örnekleri</a:t>
            </a:r>
            <a:endParaRPr/>
          </a:p>
          <a:p>
            <a:pPr indent="-298768" lvl="0" marL="457200" rtl="0" algn="l">
              <a:spcBef>
                <a:spcPts val="0"/>
              </a:spcBef>
              <a:spcAft>
                <a:spcPts val="0"/>
              </a:spcAft>
              <a:buSzPct val="108333"/>
              <a:buChar char="●"/>
            </a:pPr>
            <a:r>
              <a:rPr lang="en"/>
              <a:t>20 - 25 Şubat : Ubuntu 24.04 sürümü üzerinde Odoo 12 kurulumu ve uyumsuzluk hataları çözümleri</a:t>
            </a:r>
            <a:endParaRPr/>
          </a:p>
          <a:p>
            <a:pPr indent="-298768" lvl="0" marL="457200" rtl="0" algn="l">
              <a:spcBef>
                <a:spcPts val="0"/>
              </a:spcBef>
              <a:spcAft>
                <a:spcPts val="0"/>
              </a:spcAft>
              <a:buSzPct val="108333"/>
              <a:buChar char="●"/>
            </a:pPr>
            <a:r>
              <a:rPr lang="en"/>
              <a:t>26 Şubat - 13 Mart : Odoo üzerinde modül örnekleri geliştirme ve odoo tutorial takibi</a:t>
            </a:r>
            <a:endParaRPr/>
          </a:p>
          <a:p>
            <a:pPr indent="-298768" lvl="0" marL="457200" rtl="0" algn="l">
              <a:spcBef>
                <a:spcPts val="0"/>
              </a:spcBef>
              <a:spcAft>
                <a:spcPts val="0"/>
              </a:spcAft>
              <a:buSzPct val="108333"/>
              <a:buChar char="●"/>
            </a:pPr>
            <a:r>
              <a:rPr lang="en"/>
              <a:t>14 - 31 Mart : Tusaş ERP sistemine uygun modüller geliştirebilmek için gerekli olan modüllerin (Yaklaşık 70 tane) kurulumları ve kurulum sırasındaki hataların çözülmesi.  ( Development veya test sunucularında geliştirme yapma yetkim olmadığı için bu ortamın birebir kopyasını kendi bilgisayarımıza oluşturduk. Çok fazla vakit kaybına neden oldu ancak bunu yapmadan tusaş için modül geliştirme aşamasına geçemezdik. )</a:t>
            </a:r>
            <a:endParaRPr/>
          </a:p>
          <a:p>
            <a:pPr indent="-298768" lvl="0" marL="457200" rtl="0" algn="l">
              <a:spcBef>
                <a:spcPts val="0"/>
              </a:spcBef>
              <a:spcAft>
                <a:spcPts val="0"/>
              </a:spcAft>
              <a:buSzPct val="108333"/>
              <a:buChar char="●"/>
            </a:pPr>
            <a:r>
              <a:rPr lang="en"/>
              <a:t>1 - 3 Nisan : Tusaş çalışanları için bir “Doğum Günü Hatırlatıcı” modülü geliştirmek için ilk adımlar.</a:t>
            </a:r>
            <a:endParaRPr b="1">
              <a:latin typeface="Comfortaa"/>
              <a:ea typeface="Comfortaa"/>
              <a:cs typeface="Comfortaa"/>
              <a:sym typeface="Comfortaa"/>
            </a:endParaRPr>
          </a:p>
          <a:p>
            <a:pPr indent="0" lvl="0" marL="457200" rtl="0" algn="l">
              <a:spcBef>
                <a:spcPts val="1200"/>
              </a:spcBef>
              <a:spcAft>
                <a:spcPts val="0"/>
              </a:spcAft>
              <a:buNone/>
            </a:pPr>
            <a:r>
              <a:t/>
            </a:r>
            <a:endParaRPr/>
          </a:p>
          <a:p>
            <a:pPr indent="-298768" lvl="0" marL="457200" rtl="0" algn="l">
              <a:spcBef>
                <a:spcPts val="1200"/>
              </a:spcBef>
              <a:spcAft>
                <a:spcPts val="0"/>
              </a:spcAft>
              <a:buSzPct val="108333"/>
              <a:buChar char="●"/>
            </a:pPr>
            <a:r>
              <a:rPr lang="en"/>
              <a:t>Mentör İletişim Bilgileri : </a:t>
            </a:r>
            <a:endParaRPr/>
          </a:p>
          <a:p>
            <a:pPr indent="-287973" lvl="1" marL="914400" rtl="0" algn="l">
              <a:spcBef>
                <a:spcPts val="0"/>
              </a:spcBef>
              <a:spcAft>
                <a:spcPts val="0"/>
              </a:spcAft>
              <a:buSzPct val="100000"/>
              <a:buChar char="○"/>
            </a:pPr>
            <a:r>
              <a:rPr lang="en"/>
              <a:t>Niyazi Yasin Bozatlı - </a:t>
            </a:r>
            <a:r>
              <a:rPr lang="en" u="sng">
                <a:solidFill>
                  <a:schemeClr val="hlink"/>
                </a:solidFill>
                <a:hlinkClick r:id="rId3"/>
              </a:rPr>
              <a:t>niyaziyasin.bozatli@tai.com.tr</a:t>
            </a:r>
            <a:endParaRPr/>
          </a:p>
          <a:p>
            <a:pPr indent="-287973" lvl="1" marL="914400" rtl="0" algn="l">
              <a:spcBef>
                <a:spcPts val="0"/>
              </a:spcBef>
              <a:spcAft>
                <a:spcPts val="0"/>
              </a:spcAft>
              <a:buSzPct val="100000"/>
              <a:buChar char="○"/>
            </a:pPr>
            <a:r>
              <a:rPr lang="en"/>
              <a:t>Emre Yılmaz - emre.yilmaz4@tai.com.tr</a:t>
            </a:r>
            <a:endParaRPr/>
          </a:p>
          <a:p>
            <a:pPr indent="0" lvl="0" marL="0" rtl="0" algn="l">
              <a:spcBef>
                <a:spcPts val="1200"/>
              </a:spcBef>
              <a:spcAft>
                <a:spcPts val="1200"/>
              </a:spcAft>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18"/>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Odoo Modül Örneği</a:t>
            </a:r>
            <a:endParaRPr/>
          </a:p>
        </p:txBody>
      </p:sp>
      <p:sp>
        <p:nvSpPr>
          <p:cNvPr id="168" name="Google Shape;168;p18"/>
          <p:cNvSpPr txBox="1"/>
          <p:nvPr>
            <p:ph idx="1" type="body"/>
          </p:nvPr>
        </p:nvSpPr>
        <p:spPr>
          <a:xfrm>
            <a:off x="129650" y="1418350"/>
            <a:ext cx="3665700" cy="3568500"/>
          </a:xfrm>
          <a:prstGeom prst="rect">
            <a:avLst/>
          </a:prstGeom>
        </p:spPr>
        <p:txBody>
          <a:bodyPr anchorCtr="0" anchor="t" bIns="91425" lIns="91425" spcFirstLastPara="1" rIns="91425" wrap="square" tIns="91425">
            <a:normAutofit fontScale="85000" lnSpcReduction="10000"/>
          </a:bodyPr>
          <a:lstStyle/>
          <a:p>
            <a:pPr indent="-298768" lvl="0" marL="457200" rtl="0" algn="l">
              <a:spcBef>
                <a:spcPts val="0"/>
              </a:spcBef>
              <a:spcAft>
                <a:spcPts val="0"/>
              </a:spcAft>
              <a:buSzPct val="108333"/>
              <a:buChar char="●"/>
            </a:pPr>
            <a:r>
              <a:rPr lang="en"/>
              <a:t>Staj süresince geliştirdiğim bir modül’den basit örnek üzerinden ilerleyeceğim</a:t>
            </a:r>
            <a:endParaRPr/>
          </a:p>
          <a:p>
            <a:pPr indent="0" lvl="0" marL="457200" rtl="0" algn="l">
              <a:spcBef>
                <a:spcPts val="1200"/>
              </a:spcBef>
              <a:spcAft>
                <a:spcPts val="0"/>
              </a:spcAft>
              <a:buNone/>
            </a:pPr>
            <a:r>
              <a:t/>
            </a:r>
            <a:endParaRPr/>
          </a:p>
          <a:p>
            <a:pPr indent="-298768" lvl="0" marL="457200" rtl="0" algn="l">
              <a:spcBef>
                <a:spcPts val="1200"/>
              </a:spcBef>
              <a:spcAft>
                <a:spcPts val="0"/>
              </a:spcAft>
              <a:buSzPct val="108333"/>
              <a:buChar char="●"/>
            </a:pPr>
            <a:r>
              <a:rPr lang="en"/>
              <a:t>Odoo programlama dili olarak python, veritabanı olarak ise PostgreSql kullanır. </a:t>
            </a:r>
            <a:endParaRPr/>
          </a:p>
          <a:p>
            <a:pPr indent="0" lvl="0" marL="0" rtl="0" algn="l">
              <a:spcBef>
                <a:spcPts val="1200"/>
              </a:spcBef>
              <a:spcAft>
                <a:spcPts val="0"/>
              </a:spcAft>
              <a:buNone/>
            </a:pPr>
            <a:r>
              <a:t/>
            </a:r>
            <a:endParaRPr/>
          </a:p>
          <a:p>
            <a:pPr indent="-298768" lvl="0" marL="457200" rtl="0" algn="l">
              <a:spcBef>
                <a:spcPts val="1200"/>
              </a:spcBef>
              <a:spcAft>
                <a:spcPts val="0"/>
              </a:spcAft>
              <a:buSzPct val="108333"/>
              <a:buChar char="●"/>
            </a:pPr>
            <a:r>
              <a:rPr lang="en"/>
              <a:t>Odoo, MVC design pattern kullanır.  View’ların oluşmasından sorumlu arka planda QWeb XML parser vardır. Bu, XML içerisindeki belirtilen kurallara göre view’ın oluşturulmasını sağlar.</a:t>
            </a:r>
            <a:endParaRPr/>
          </a:p>
          <a:p>
            <a:pPr indent="0" lvl="0" marL="457200" rtl="0" algn="l">
              <a:spcBef>
                <a:spcPts val="1200"/>
              </a:spcBef>
              <a:spcAft>
                <a:spcPts val="1200"/>
              </a:spcAft>
              <a:buNone/>
            </a:pPr>
            <a:r>
              <a:t/>
            </a:r>
            <a:endParaRPr/>
          </a:p>
        </p:txBody>
      </p:sp>
      <p:pic>
        <p:nvPicPr>
          <p:cNvPr id="169" name="Google Shape;169;p18" title="Screenshot from 2026-04-05 17-25-02.png"/>
          <p:cNvPicPr preferRelativeResize="0"/>
          <p:nvPr/>
        </p:nvPicPr>
        <p:blipFill>
          <a:blip r:embed="rId3">
            <a:alphaModFix/>
          </a:blip>
          <a:stretch>
            <a:fillRect/>
          </a:stretch>
        </p:blipFill>
        <p:spPr>
          <a:xfrm>
            <a:off x="4727050" y="1339050"/>
            <a:ext cx="3440547" cy="3530850"/>
          </a:xfrm>
          <a:prstGeom prst="rect">
            <a:avLst/>
          </a:prstGeom>
          <a:noFill/>
          <a:ln>
            <a:noFill/>
          </a:ln>
          <a:effectLst>
            <a:outerShdw blurRad="57150" rotWithShape="0" algn="bl" dir="5400000" dist="19050">
              <a:srgbClr val="000000">
                <a:alpha val="50000"/>
              </a:srgbClr>
            </a:outerShdw>
          </a:effectLst>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19"/>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Manifest Dosya Yapısı </a:t>
            </a:r>
            <a:endParaRPr/>
          </a:p>
        </p:txBody>
      </p:sp>
      <p:sp>
        <p:nvSpPr>
          <p:cNvPr id="175" name="Google Shape;175;p19"/>
          <p:cNvSpPr txBox="1"/>
          <p:nvPr>
            <p:ph idx="1" type="body"/>
          </p:nvPr>
        </p:nvSpPr>
        <p:spPr>
          <a:xfrm>
            <a:off x="129650" y="1564325"/>
            <a:ext cx="8863800" cy="734700"/>
          </a:xfrm>
          <a:prstGeom prst="rect">
            <a:avLst/>
          </a:prstGeom>
        </p:spPr>
        <p:txBody>
          <a:bodyPr anchorCtr="0" anchor="t" bIns="91425" lIns="91425" spcFirstLastPara="1" rIns="91425" wrap="square" tIns="91425">
            <a:noAutofit/>
          </a:bodyPr>
          <a:lstStyle/>
          <a:p>
            <a:pPr indent="-305276" lvl="0" marL="457200" rtl="0" algn="l">
              <a:spcBef>
                <a:spcPts val="0"/>
              </a:spcBef>
              <a:spcAft>
                <a:spcPts val="0"/>
              </a:spcAft>
              <a:buSzPts val="1208"/>
              <a:buChar char="●"/>
            </a:pPr>
            <a:r>
              <a:rPr lang="en" sz="1130"/>
              <a:t>Bir modülün tanımlanması ve bu modülün sisteme nasıl yükleneceğini söyleyen her modülde bulunması zorunlu olan dosyadır. </a:t>
            </a:r>
            <a:endParaRPr sz="1130"/>
          </a:p>
          <a:p>
            <a:pPr indent="0" lvl="0" marL="0" rtl="0" algn="l">
              <a:spcBef>
                <a:spcPts val="1200"/>
              </a:spcBef>
              <a:spcAft>
                <a:spcPts val="1200"/>
              </a:spcAft>
              <a:buSzPts val="853"/>
              <a:buNone/>
            </a:pPr>
            <a:r>
              <a:t/>
            </a:r>
            <a:endParaRPr sz="1130"/>
          </a:p>
        </p:txBody>
      </p:sp>
      <p:pic>
        <p:nvPicPr>
          <p:cNvPr id="176" name="Google Shape;176;p19"/>
          <p:cNvPicPr preferRelativeResize="0"/>
          <p:nvPr/>
        </p:nvPicPr>
        <p:blipFill>
          <a:blip r:embed="rId3">
            <a:alphaModFix/>
          </a:blip>
          <a:stretch>
            <a:fillRect/>
          </a:stretch>
        </p:blipFill>
        <p:spPr>
          <a:xfrm>
            <a:off x="1124875" y="2200600"/>
            <a:ext cx="7384150" cy="274742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p20"/>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Odoo ORM ve Model Yapısı</a:t>
            </a:r>
            <a:endParaRPr/>
          </a:p>
        </p:txBody>
      </p:sp>
      <p:sp>
        <p:nvSpPr>
          <p:cNvPr id="182" name="Google Shape;182;p20"/>
          <p:cNvSpPr txBox="1"/>
          <p:nvPr>
            <p:ph idx="1" type="body"/>
          </p:nvPr>
        </p:nvSpPr>
        <p:spPr>
          <a:xfrm>
            <a:off x="129650" y="1379400"/>
            <a:ext cx="8653200" cy="36072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en"/>
              <a:t>Herhangi SQL sorgusu yazmaya gerek kalmadan python üzerinde yazılan model sınıflarının doğrudan veritabanı tabloları olarak oluşturulmasını sağlayan köprüdür.</a:t>
            </a:r>
            <a:endParaRPr/>
          </a:p>
        </p:txBody>
      </p:sp>
      <p:pic>
        <p:nvPicPr>
          <p:cNvPr id="183" name="Google Shape;183;p20"/>
          <p:cNvPicPr preferRelativeResize="0"/>
          <p:nvPr/>
        </p:nvPicPr>
        <p:blipFill>
          <a:blip r:embed="rId3">
            <a:alphaModFix/>
          </a:blip>
          <a:stretch>
            <a:fillRect/>
          </a:stretch>
        </p:blipFill>
        <p:spPr>
          <a:xfrm>
            <a:off x="1100138" y="2065200"/>
            <a:ext cx="6943724" cy="29214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21"/>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View - XML Yapısı</a:t>
            </a:r>
            <a:endParaRPr/>
          </a:p>
        </p:txBody>
      </p:sp>
      <p:sp>
        <p:nvSpPr>
          <p:cNvPr id="189" name="Google Shape;189;p21"/>
          <p:cNvSpPr txBox="1"/>
          <p:nvPr>
            <p:ph idx="1" type="body"/>
          </p:nvPr>
        </p:nvSpPr>
        <p:spPr>
          <a:xfrm>
            <a:off x="129650" y="1564325"/>
            <a:ext cx="3993000" cy="3422400"/>
          </a:xfrm>
          <a:prstGeom prst="rect">
            <a:avLst/>
          </a:prstGeom>
        </p:spPr>
        <p:txBody>
          <a:bodyPr anchorCtr="0" anchor="t" bIns="91425" lIns="91425" spcFirstLastPara="1" rIns="91425" wrap="square" tIns="91425">
            <a:normAutofit lnSpcReduction="10000"/>
          </a:bodyPr>
          <a:lstStyle/>
          <a:p>
            <a:pPr indent="-311150" lvl="0" marL="457200" rtl="0" algn="l">
              <a:spcBef>
                <a:spcPts val="0"/>
              </a:spcBef>
              <a:spcAft>
                <a:spcPts val="0"/>
              </a:spcAft>
              <a:buSzPts val="1300"/>
              <a:buChar char="●"/>
            </a:pPr>
            <a:r>
              <a:rPr lang="en"/>
              <a:t>Odoo’da xml dosyalarının temel görevi, modellerdeki field’ların kullanıcıya nasıl hangi hiyerarşide ve hangi kurallarla gösterileceğini tanımlayan kurallardır.</a:t>
            </a:r>
            <a:endParaRPr/>
          </a:p>
          <a:p>
            <a:pPr indent="0" lvl="0" marL="457200" rtl="0" algn="l">
              <a:spcBef>
                <a:spcPts val="1200"/>
              </a:spcBef>
              <a:spcAft>
                <a:spcPts val="0"/>
              </a:spcAft>
              <a:buNone/>
            </a:pPr>
            <a:r>
              <a:t/>
            </a:r>
            <a:endParaRPr/>
          </a:p>
          <a:p>
            <a:pPr indent="-311150" lvl="0" marL="457200" rtl="0" algn="l">
              <a:spcBef>
                <a:spcPts val="1200"/>
              </a:spcBef>
              <a:spcAft>
                <a:spcPts val="0"/>
              </a:spcAft>
              <a:buSzPts val="1300"/>
              <a:buChar char="●"/>
            </a:pPr>
            <a:r>
              <a:rPr lang="en"/>
              <a:t>Bu xml dosyalarındaki kayıtlar veritabanında ilgili tabloya yazılır. Genel olarak bunlar </a:t>
            </a:r>
            <a:r>
              <a:rPr b="1" lang="en">
                <a:latin typeface="Comfortaa"/>
                <a:ea typeface="Comfortaa"/>
                <a:cs typeface="Comfortaa"/>
                <a:sym typeface="Comfortaa"/>
              </a:rPr>
              <a:t>ir_ui_view</a:t>
            </a:r>
            <a:r>
              <a:rPr b="1" lang="en">
                <a:latin typeface="Comfortaa"/>
                <a:ea typeface="Comfortaa"/>
                <a:cs typeface="Comfortaa"/>
                <a:sym typeface="Comfortaa"/>
              </a:rPr>
              <a:t> </a:t>
            </a:r>
            <a:r>
              <a:rPr lang="en"/>
              <a:t>tablosunda kayıt olarak tutulur. İstemci, ilgili modelin listelenmesi isteğinde bulunduğu zaman önce bu bilgiler istemciye gider.</a:t>
            </a:r>
            <a:endParaRPr/>
          </a:p>
        </p:txBody>
      </p:sp>
      <p:pic>
        <p:nvPicPr>
          <p:cNvPr id="190" name="Google Shape;190;p21"/>
          <p:cNvPicPr preferRelativeResize="0"/>
          <p:nvPr/>
        </p:nvPicPr>
        <p:blipFill>
          <a:blip r:embed="rId3">
            <a:alphaModFix/>
          </a:blip>
          <a:stretch>
            <a:fillRect/>
          </a:stretch>
        </p:blipFill>
        <p:spPr>
          <a:xfrm>
            <a:off x="4110251" y="1195115"/>
            <a:ext cx="4878451" cy="3917326"/>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p22"/>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View - XML Yapısı</a:t>
            </a:r>
            <a:endParaRPr/>
          </a:p>
        </p:txBody>
      </p:sp>
      <p:pic>
        <p:nvPicPr>
          <p:cNvPr id="196" name="Google Shape;196;p22"/>
          <p:cNvPicPr preferRelativeResize="0"/>
          <p:nvPr/>
        </p:nvPicPr>
        <p:blipFill>
          <a:blip r:embed="rId3">
            <a:alphaModFix/>
          </a:blip>
          <a:stretch>
            <a:fillRect/>
          </a:stretch>
        </p:blipFill>
        <p:spPr>
          <a:xfrm>
            <a:off x="0" y="451904"/>
            <a:ext cx="4442545" cy="4168520"/>
          </a:xfrm>
          <a:prstGeom prst="rect">
            <a:avLst/>
          </a:prstGeom>
          <a:noFill/>
          <a:ln>
            <a:noFill/>
          </a:ln>
        </p:spPr>
      </p:pic>
      <p:pic>
        <p:nvPicPr>
          <p:cNvPr id="197" name="Google Shape;197;p22"/>
          <p:cNvPicPr preferRelativeResize="0"/>
          <p:nvPr/>
        </p:nvPicPr>
        <p:blipFill>
          <a:blip r:embed="rId4">
            <a:alphaModFix/>
          </a:blip>
          <a:stretch>
            <a:fillRect/>
          </a:stretch>
        </p:blipFill>
        <p:spPr>
          <a:xfrm>
            <a:off x="4442547" y="451904"/>
            <a:ext cx="4701451" cy="4168521"/>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B212C"/>
        </a:solidFill>
      </p:bgPr>
    </p:bg>
    <p:spTree>
      <p:nvGrpSpPr>
        <p:cNvPr id="201" name="Shape 201"/>
        <p:cNvGrpSpPr/>
        <p:nvPr/>
      </p:nvGrpSpPr>
      <p:grpSpPr>
        <a:xfrm>
          <a:off x="0" y="0"/>
          <a:ext cx="0" cy="0"/>
          <a:chOff x="0" y="0"/>
          <a:chExt cx="0" cy="0"/>
        </a:xfrm>
      </p:grpSpPr>
      <p:sp>
        <p:nvSpPr>
          <p:cNvPr id="202" name="Google Shape;202;p23"/>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a:p>
        </p:txBody>
      </p:sp>
      <p:sp>
        <p:nvSpPr>
          <p:cNvPr id="203" name="Google Shape;203;p23"/>
          <p:cNvSpPr txBox="1"/>
          <p:nvPr>
            <p:ph idx="1" type="body"/>
          </p:nvPr>
        </p:nvSpPr>
        <p:spPr>
          <a:xfrm>
            <a:off x="129650" y="1564325"/>
            <a:ext cx="5384400" cy="3422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204" name="Google Shape;204;p23"/>
          <p:cNvPicPr preferRelativeResize="0"/>
          <p:nvPr/>
        </p:nvPicPr>
        <p:blipFill>
          <a:blip r:embed="rId3">
            <a:alphaModFix/>
          </a:blip>
          <a:stretch>
            <a:fillRect/>
          </a:stretch>
        </p:blipFill>
        <p:spPr>
          <a:xfrm>
            <a:off x="0" y="0"/>
            <a:ext cx="9143998" cy="5128179"/>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sp>
        <p:nvSpPr>
          <p:cNvPr id="209" name="Google Shape;209;p24"/>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a:p>
        </p:txBody>
      </p:sp>
      <p:sp>
        <p:nvSpPr>
          <p:cNvPr id="210" name="Google Shape;210;p24"/>
          <p:cNvSpPr txBox="1"/>
          <p:nvPr>
            <p:ph idx="1" type="body"/>
          </p:nvPr>
        </p:nvSpPr>
        <p:spPr>
          <a:xfrm>
            <a:off x="129650" y="1564325"/>
            <a:ext cx="5384400" cy="3422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211" name="Google Shape;211;p24"/>
          <p:cNvPicPr preferRelativeResize="0"/>
          <p:nvPr/>
        </p:nvPicPr>
        <p:blipFill rotWithShape="1">
          <a:blip r:embed="rId3">
            <a:alphaModFix/>
          </a:blip>
          <a:srcRect b="0" l="1907" r="5509" t="-2554"/>
          <a:stretch/>
        </p:blipFill>
        <p:spPr>
          <a:xfrm>
            <a:off x="0" y="77750"/>
            <a:ext cx="9143999" cy="4995775"/>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Focus">
  <a:themeElements>
    <a:clrScheme name="Focus">
      <a:dk1>
        <a:srgbClr val="1B212C"/>
      </a:dk1>
      <a:lt1>
        <a:srgbClr val="FFFFFF"/>
      </a:lt1>
      <a:dk2>
        <a:srgbClr val="D9D9D9"/>
      </a:dk2>
      <a:lt2>
        <a:srgbClr val="82C7A5"/>
      </a:lt2>
      <a:accent1>
        <a:srgbClr val="0145AC"/>
      </a:accent1>
      <a:accent2>
        <a:srgbClr val="EECE1A"/>
      </a:accent2>
      <a:accent3>
        <a:srgbClr val="4E5567"/>
      </a:accent3>
      <a:accent4>
        <a:srgbClr val="F4D6AD"/>
      </a:accent4>
      <a:accent5>
        <a:srgbClr val="7890CD"/>
      </a:accent5>
      <a:accent6>
        <a:srgbClr val="F15E22"/>
      </a:accent6>
      <a:hlink>
        <a:srgbClr val="7890CD"/>
      </a:hlink>
      <a:folHlink>
        <a:srgbClr val="7890C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